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4" r:id="rId4"/>
    <p:sldMasterId id="2147483732" r:id="rId5"/>
    <p:sldMasterId id="2147483695" r:id="rId6"/>
  </p:sldMasterIdLst>
  <p:notesMasterIdLst>
    <p:notesMasterId r:id="rId27"/>
  </p:notesMasterIdLst>
  <p:handoutMasterIdLst>
    <p:handoutMasterId r:id="rId28"/>
  </p:handoutMasterIdLst>
  <p:sldIdLst>
    <p:sldId id="426" r:id="rId7"/>
    <p:sldId id="385" r:id="rId8"/>
    <p:sldId id="429" r:id="rId9"/>
    <p:sldId id="432" r:id="rId10"/>
    <p:sldId id="450" r:id="rId11"/>
    <p:sldId id="443" r:id="rId12"/>
    <p:sldId id="433" r:id="rId13"/>
    <p:sldId id="434" r:id="rId14"/>
    <p:sldId id="435" r:id="rId15"/>
    <p:sldId id="441" r:id="rId16"/>
    <p:sldId id="448" r:id="rId17"/>
    <p:sldId id="452" r:id="rId18"/>
    <p:sldId id="451" r:id="rId19"/>
    <p:sldId id="425" r:id="rId20"/>
    <p:sldId id="436" r:id="rId21"/>
    <p:sldId id="437" r:id="rId22"/>
    <p:sldId id="442" r:id="rId23"/>
    <p:sldId id="438" r:id="rId24"/>
    <p:sldId id="446" r:id="rId25"/>
    <p:sldId id="447" r:id="rId26"/>
  </p:sldIdLst>
  <p:sldSz cx="12192000" cy="6858000"/>
  <p:notesSz cx="6858000" cy="9144000"/>
  <p:embeddedFontLst>
    <p:embeddedFont>
      <p:font typeface="Inter" panose="020B0604020202020204" charset="0"/>
      <p:regular r:id="rId29"/>
    </p:embeddedFont>
    <p:embeddedFont>
      <p:font typeface="Rockwell" panose="02060603020205020403" pitchFamily="18" charset="0"/>
      <p:regular r:id="rId30"/>
      <p:bold r:id="rId31"/>
      <p:italic r:id="rId32"/>
      <p:boldItalic r:id="rId33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9BD5164B-9F6C-8441-855B-951DF6F53DBC}">
          <p14:sldIdLst>
            <p14:sldId id="426"/>
          </p14:sldIdLst>
        </p14:section>
        <p14:section name="Índices" id="{463E91AB-6093-3C46-99CA-105A70C650F9}">
          <p14:sldIdLst>
            <p14:sldId id="385"/>
          </p14:sldIdLst>
        </p14:section>
        <p14:section name="Contenido" id="{9EE34C0B-61E2-C941-B30F-B1D97B4D18C2}">
          <p14:sldIdLst>
            <p14:sldId id="429"/>
            <p14:sldId id="432"/>
            <p14:sldId id="450"/>
            <p14:sldId id="443"/>
            <p14:sldId id="433"/>
            <p14:sldId id="434"/>
            <p14:sldId id="435"/>
            <p14:sldId id="441"/>
            <p14:sldId id="448"/>
            <p14:sldId id="452"/>
            <p14:sldId id="451"/>
          </p14:sldIdLst>
        </p14:section>
        <p14:section name="CIERRE" id="{66357EAE-F115-E04E-AE02-D599EB1DBEED}">
          <p14:sldIdLst>
            <p14:sldId id="425"/>
            <p14:sldId id="436"/>
            <p14:sldId id="437"/>
            <p14:sldId id="442"/>
            <p14:sldId id="438"/>
            <p14:sldId id="446"/>
            <p14:sldId id="44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9EFF"/>
    <a:srgbClr val="C03656"/>
    <a:srgbClr val="003865"/>
    <a:srgbClr val="001A33"/>
    <a:srgbClr val="FF5D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3296810-A885-4BE3-A3E7-6D5BEEA58F35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75"/>
    <p:restoredTop sz="94726"/>
  </p:normalViewPr>
  <p:slideViewPr>
    <p:cSldViewPr snapToGrid="0" showGuides="1">
      <p:cViewPr varScale="1">
        <p:scale>
          <a:sx n="70" d="100"/>
          <a:sy n="70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6" d="100"/>
        <a:sy n="136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font" Target="fonts/font4.fntdata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handoutMaster" Target="handoutMasters/handoutMaster1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3AE097C-497F-EC73-6470-8CD9C747C0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A9B3EF8-8991-22AA-6807-4BB0E6F9E2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5C99A-296F-9E48-990A-65E1F7E82DC4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EC95204-D620-98DA-386D-9354C40448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48F380-2253-05BD-DF09-2B4EBD712F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703976-7FDB-D24A-A8E0-FE8BBD6E0D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964510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9974EC-5381-4B48-ABB6-683662727FEA}" type="datetimeFigureOut">
              <a:rPr lang="es-ES" smtClean="0"/>
              <a:pPr/>
              <a:t>26/03/2026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314B99FB-8772-024E-8816-6AE01DE15744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346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Algunos de estos factores (de ambos tipos) son modificables/</a:t>
            </a:r>
            <a:r>
              <a:rPr lang="es-ES" dirty="0" err="1"/>
              <a:t>revertibles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B99FB-8772-024E-8816-6AE01DE15744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7233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D4D8-9596-D227-0FE9-8A93F52DD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D44A18-744A-EA5A-17D9-06559F09F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BBB556-9FA2-3CC0-1EC2-0363952F4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Cambio agudo en el estado mental con curso fluctuante (rasgo 1)</a:t>
            </a:r>
          </a:p>
          <a:p>
            <a:r>
              <a:rPr lang="es-ES" dirty="0"/>
              <a:t>Falta de atención (rasgo 2)</a:t>
            </a:r>
          </a:p>
          <a:p>
            <a:r>
              <a:rPr lang="es-ES" dirty="0"/>
              <a:t>Pensamiento desorganizado (rasgo 3)</a:t>
            </a:r>
          </a:p>
          <a:p>
            <a:r>
              <a:rPr lang="es-ES" dirty="0"/>
              <a:t>Alteración del nivel de conciencia (rasgo 4)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E87EDC-5032-DA3A-11C0-21FC1D14C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B99FB-8772-024E-8816-6AE01DE15744}" type="slidenum">
              <a:rPr lang="es-ES" smtClean="0"/>
              <a:pPr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5372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27561-396A-F13C-D38B-C3D3B212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1866419-8D12-2BEB-3A34-A27AA3B3A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1C40F5B-F5F2-82B9-70C0-DC92249D7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011C70-336C-E74E-2817-DAE9F4EFD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B99FB-8772-024E-8816-6AE01DE15744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7915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vertical y tex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0E66D-7F92-793F-2045-E015157F1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2276475"/>
            <a:ext cx="10515600" cy="24622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80000"/>
              </a:lnSpc>
              <a:defRPr sz="10000">
                <a:solidFill>
                  <a:schemeClr val="bg1"/>
                </a:solidFill>
                <a:latin typeface="Rockwell" panose="02060603020205020403" pitchFamily="18" charset="77"/>
              </a:defRPr>
            </a:lvl1pPr>
          </a:lstStyle>
          <a:p>
            <a:r>
              <a:rPr lang="es-ES" dirty="0"/>
              <a:t>TEXTO GRAN TITULAR</a:t>
            </a:r>
            <a:endParaRPr lang="es-ES_tradnl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732ED51D-CFA9-2953-8082-B840292CBE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5922684"/>
            <a:ext cx="3849030" cy="50646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DD3F3331-897C-6B97-5653-B78F5B5804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63983" y="5922684"/>
            <a:ext cx="3849030" cy="50646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1pPr>
            <a:lvl2pPr marL="34194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C36C23-FA25-769D-AEB3-EEAD1D568F71}"/>
              </a:ext>
            </a:extLst>
          </p:cNvPr>
          <p:cNvSpPr txBox="1"/>
          <p:nvPr userDrawn="1"/>
        </p:nvSpPr>
        <p:spPr>
          <a:xfrm>
            <a:off x="10946885" y="448393"/>
            <a:ext cx="765125" cy="3849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/>
            <a:r>
              <a:rPr lang="es-ES" sz="1400" b="1" dirty="0">
                <a:solidFill>
                  <a:schemeClr val="bg1"/>
                </a:solidFill>
                <a:latin typeface="Arial" panose="020B0604020202020204" pitchFamily="34" charset="0"/>
                <a:ea typeface="Arimo" panose="020B0604020202020204" pitchFamily="34" charset="0"/>
                <a:cs typeface="Arial" panose="020B0604020202020204" pitchFamily="34" charset="0"/>
              </a:rPr>
              <a:t>UFV.ES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D7C80B-14F3-3CA5-8B57-B1F02CAAA5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684804" cy="4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96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vertical y tex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7FD227-6EC5-64F9-E0CC-D8FC64883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933" y="2276475"/>
            <a:ext cx="10515600" cy="24622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80000"/>
              </a:lnSpc>
              <a:defRPr sz="10000">
                <a:solidFill>
                  <a:schemeClr val="bg1"/>
                </a:solidFill>
                <a:latin typeface="Rockwell" panose="02060603020205020403" pitchFamily="18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TEXTO GRAN TITULAR</a:t>
            </a:r>
            <a:endParaRPr lang="es-ES_tradnl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87596E7E-E3B5-E9B1-B2E5-204B2D01B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5922684"/>
            <a:ext cx="3849030" cy="50646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48F19DAF-34BC-FA58-88DF-DD1D12E5CE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63983" y="5922684"/>
            <a:ext cx="3849030" cy="50646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1pPr>
            <a:lvl2pPr marL="34194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FA022-B85B-4506-FC85-4514C1F0EB21}"/>
              </a:ext>
            </a:extLst>
          </p:cNvPr>
          <p:cNvSpPr txBox="1"/>
          <p:nvPr userDrawn="1"/>
        </p:nvSpPr>
        <p:spPr>
          <a:xfrm>
            <a:off x="10946885" y="448393"/>
            <a:ext cx="765125" cy="3849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/>
            <a:r>
              <a:rPr lang="es-ES" sz="1400" b="1" dirty="0">
                <a:solidFill>
                  <a:schemeClr val="bg1"/>
                </a:solidFill>
                <a:latin typeface="Arial" panose="020B0604020202020204" pitchFamily="34" charset="0"/>
                <a:ea typeface="Arimo" panose="020B0604020202020204" pitchFamily="34" charset="0"/>
                <a:cs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BA1D84-1BFC-C8D0-E2EA-C0F3C8E283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684804" cy="4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0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vertical y tex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0E66D-7F92-793F-2045-E015157F1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2276475"/>
            <a:ext cx="10515600" cy="24622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80000"/>
              </a:lnSpc>
              <a:defRPr sz="10000">
                <a:solidFill>
                  <a:schemeClr val="tx2"/>
                </a:solidFill>
                <a:latin typeface="Rockwell" panose="02060603020205020403" pitchFamily="18" charset="77"/>
              </a:defRPr>
            </a:lvl1pPr>
          </a:lstStyle>
          <a:p>
            <a:r>
              <a:rPr lang="es-ES" dirty="0"/>
              <a:t>TEXTO GRAN TITULAR</a:t>
            </a:r>
            <a:endParaRPr lang="es-ES_tradnl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732ED51D-CFA9-2953-8082-B840292CBE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5922684"/>
            <a:ext cx="3849030" cy="50646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20000"/>
              </a:lnSpc>
              <a:buNone/>
              <a:defRPr sz="14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DD3F3331-897C-6B97-5653-B78F5B5804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63983" y="5922684"/>
            <a:ext cx="3849030" cy="50646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20000"/>
              </a:lnSpc>
              <a:buNone/>
              <a:defRPr sz="1400" b="1">
                <a:solidFill>
                  <a:schemeClr val="tx2"/>
                </a:solidFill>
              </a:defRPr>
            </a:lvl1pPr>
            <a:lvl2pPr marL="34194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8F76A2A-5640-CB8E-28E0-CCC33F573E99}"/>
              </a:ext>
            </a:extLst>
          </p:cNvPr>
          <p:cNvSpPr txBox="1"/>
          <p:nvPr userDrawn="1"/>
        </p:nvSpPr>
        <p:spPr>
          <a:xfrm>
            <a:off x="10995025" y="479451"/>
            <a:ext cx="721379" cy="1301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14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7D5C61-D7F4-D9A9-DABC-B627E720AA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684804" cy="4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5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vertical y tex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7FD227-6EC5-64F9-E0CC-D8FC64883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933" y="2276475"/>
            <a:ext cx="10515600" cy="24622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80000"/>
              </a:lnSpc>
              <a:defRPr sz="10000">
                <a:solidFill>
                  <a:schemeClr val="accent1"/>
                </a:solidFill>
                <a:latin typeface="Rockwell" panose="02060603020205020403" pitchFamily="18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TEXTO GRAN TITULAR</a:t>
            </a:r>
            <a:endParaRPr lang="es-ES_tradnl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87596E7E-E3B5-E9B1-B2E5-204B2D01B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5922684"/>
            <a:ext cx="3849030" cy="50646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48F19DAF-34BC-FA58-88DF-DD1D12E5CE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63983" y="5922684"/>
            <a:ext cx="3849030" cy="50646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1pPr>
            <a:lvl2pPr marL="34194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F907D64-FCE2-4EB5-E930-61DC6575A34B}"/>
              </a:ext>
            </a:extLst>
          </p:cNvPr>
          <p:cNvSpPr txBox="1"/>
          <p:nvPr userDrawn="1"/>
        </p:nvSpPr>
        <p:spPr>
          <a:xfrm>
            <a:off x="10946885" y="448393"/>
            <a:ext cx="765125" cy="3849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/>
            <a:r>
              <a:rPr lang="es-ES" sz="1400" b="1" dirty="0">
                <a:solidFill>
                  <a:schemeClr val="bg1"/>
                </a:solidFill>
                <a:latin typeface="Arial" panose="020B0604020202020204" pitchFamily="34" charset="0"/>
                <a:ea typeface="Arimo" panose="020B0604020202020204" pitchFamily="34" charset="0"/>
                <a:cs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C0D49C-8FEE-B38C-C0B2-A0D2A6C253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684804" cy="4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vertical y foto 1/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0DA6F302-8E4C-75AA-A4A4-C3FD4CF197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808163"/>
            <a:ext cx="12192000" cy="504983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6F2EFDC-8B04-9B96-273C-36DD45471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15" y="2552837"/>
            <a:ext cx="5879333" cy="9971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7" name="Marcador de texto 13">
            <a:extLst>
              <a:ext uri="{FF2B5EF4-FFF2-40B4-BE49-F238E27FC236}">
                <a16:creationId xmlns:a16="http://schemas.microsoft.com/office/drawing/2014/main" id="{925A5DDF-0C1D-2B81-2787-06435C6FC1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5922684"/>
            <a:ext cx="3849030" cy="50646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20000"/>
              </a:lnSpc>
              <a:buNone/>
              <a:defRPr sz="14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texto 13">
            <a:extLst>
              <a:ext uri="{FF2B5EF4-FFF2-40B4-BE49-F238E27FC236}">
                <a16:creationId xmlns:a16="http://schemas.microsoft.com/office/drawing/2014/main" id="{D1F1604B-0AE6-16B1-D8DE-22DD505A53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63983" y="5922684"/>
            <a:ext cx="3849030" cy="50646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20000"/>
              </a:lnSpc>
              <a:buNone/>
              <a:defRPr sz="1400" b="1">
                <a:solidFill>
                  <a:schemeClr val="tx2"/>
                </a:solidFill>
              </a:defRPr>
            </a:lvl1pPr>
            <a:lvl2pPr marL="34194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889ECBB-082B-C150-3AB4-B78ACE528816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B2A5B36-ACF1-4F6E-49FB-B0EC99A16B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73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ítulo vertical y text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3">
            <a:extLst>
              <a:ext uri="{FF2B5EF4-FFF2-40B4-BE49-F238E27FC236}">
                <a16:creationId xmlns:a16="http://schemas.microsoft.com/office/drawing/2014/main" id="{43EC68E3-BE45-EB99-3F0B-EDB3996AAD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6B40F56F-371B-4408-274D-1F2E48D295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0714" y="2042761"/>
            <a:ext cx="32035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341940" indent="0">
              <a:buNone/>
              <a:defRPr sz="2000">
                <a:solidFill>
                  <a:schemeClr val="bg1"/>
                </a:solidFill>
              </a:defRPr>
            </a:lvl2pPr>
            <a:lvl3pPr marL="683880" indent="0">
              <a:buNone/>
              <a:defRPr sz="2000">
                <a:solidFill>
                  <a:schemeClr val="bg1"/>
                </a:solidFill>
              </a:defRPr>
            </a:lvl3pPr>
            <a:lvl4pPr marL="1025820" indent="0">
              <a:buNone/>
              <a:defRPr sz="2000">
                <a:solidFill>
                  <a:schemeClr val="bg1"/>
                </a:solidFill>
              </a:defRPr>
            </a:lvl4pPr>
            <a:lvl5pPr marL="1367759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Título de capítulo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116F238-9E5C-F302-0BE1-B8C763B73C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0714" y="1653252"/>
            <a:ext cx="3203574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>
                <a:solidFill>
                  <a:schemeClr val="bg2"/>
                </a:solidFill>
              </a:defRPr>
            </a:lvl1pPr>
            <a:lvl2pPr marL="341940" indent="0">
              <a:buNone/>
              <a:defRPr sz="2400" b="1">
                <a:solidFill>
                  <a:schemeClr val="bg1"/>
                </a:solidFill>
              </a:defRPr>
            </a:lvl2pPr>
            <a:lvl3pPr marL="683880" indent="0">
              <a:buNone/>
              <a:defRPr sz="2400" b="1">
                <a:solidFill>
                  <a:schemeClr val="bg1"/>
                </a:solidFill>
              </a:defRPr>
            </a:lvl3pPr>
            <a:lvl4pPr marL="1025820" indent="0">
              <a:buNone/>
              <a:defRPr sz="2400" b="1">
                <a:solidFill>
                  <a:schemeClr val="bg1"/>
                </a:solidFill>
              </a:defRPr>
            </a:lvl4pPr>
            <a:lvl5pPr marL="1367759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sp>
        <p:nvSpPr>
          <p:cNvPr id="6" name="Marcador de texto 12">
            <a:extLst>
              <a:ext uri="{FF2B5EF4-FFF2-40B4-BE49-F238E27FC236}">
                <a16:creationId xmlns:a16="http://schemas.microsoft.com/office/drawing/2014/main" id="{9CE885DB-1E9A-6D2E-B222-6EB6A8E42A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6452" y="2042761"/>
            <a:ext cx="32035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341940" indent="0">
              <a:buNone/>
              <a:defRPr sz="2000">
                <a:solidFill>
                  <a:schemeClr val="bg1"/>
                </a:solidFill>
              </a:defRPr>
            </a:lvl2pPr>
            <a:lvl3pPr marL="683880" indent="0">
              <a:buNone/>
              <a:defRPr sz="2000">
                <a:solidFill>
                  <a:schemeClr val="bg1"/>
                </a:solidFill>
              </a:defRPr>
            </a:lvl3pPr>
            <a:lvl4pPr marL="1025820" indent="0">
              <a:buNone/>
              <a:defRPr sz="2000">
                <a:solidFill>
                  <a:schemeClr val="bg1"/>
                </a:solidFill>
              </a:defRPr>
            </a:lvl4pPr>
            <a:lvl5pPr marL="1367759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Título de capítulo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5433687A-84A5-3941-DDCD-57E75DB902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6451" y="1653252"/>
            <a:ext cx="3203574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>
                <a:solidFill>
                  <a:schemeClr val="bg2"/>
                </a:solidFill>
              </a:defRPr>
            </a:lvl1pPr>
            <a:lvl2pPr marL="341940" indent="0">
              <a:buNone/>
              <a:defRPr sz="2400" b="1">
                <a:solidFill>
                  <a:schemeClr val="bg1"/>
                </a:solidFill>
              </a:defRPr>
            </a:lvl2pPr>
            <a:lvl3pPr marL="683880" indent="0">
              <a:buNone/>
              <a:defRPr sz="2400" b="1">
                <a:solidFill>
                  <a:schemeClr val="bg1"/>
                </a:solidFill>
              </a:defRPr>
            </a:lvl3pPr>
            <a:lvl4pPr marL="1025820" indent="0">
              <a:buNone/>
              <a:defRPr sz="2400" b="1">
                <a:solidFill>
                  <a:schemeClr val="bg1"/>
                </a:solidFill>
              </a:defRPr>
            </a:lvl4pPr>
            <a:lvl5pPr marL="1367759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7960B2CC-EB55-B038-7B2C-622288A302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714" y="3841999"/>
            <a:ext cx="32035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341940" indent="0">
              <a:buNone/>
              <a:defRPr sz="2000">
                <a:solidFill>
                  <a:schemeClr val="bg1"/>
                </a:solidFill>
              </a:defRPr>
            </a:lvl2pPr>
            <a:lvl3pPr marL="683880" indent="0">
              <a:buNone/>
              <a:defRPr sz="2000">
                <a:solidFill>
                  <a:schemeClr val="bg1"/>
                </a:solidFill>
              </a:defRPr>
            </a:lvl3pPr>
            <a:lvl4pPr marL="1025820" indent="0">
              <a:buNone/>
              <a:defRPr sz="2000">
                <a:solidFill>
                  <a:schemeClr val="bg1"/>
                </a:solidFill>
              </a:defRPr>
            </a:lvl4pPr>
            <a:lvl5pPr marL="1367759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Título de capítulo</a:t>
            </a:r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F7B8B41E-4847-A0A6-036F-B7FB96425D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0714" y="3452490"/>
            <a:ext cx="3203574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>
                <a:solidFill>
                  <a:schemeClr val="bg2"/>
                </a:solidFill>
              </a:defRPr>
            </a:lvl1pPr>
            <a:lvl2pPr marL="341940" indent="0">
              <a:buNone/>
              <a:defRPr sz="2400" b="1">
                <a:solidFill>
                  <a:schemeClr val="bg1"/>
                </a:solidFill>
              </a:defRPr>
            </a:lvl2pPr>
            <a:lvl3pPr marL="683880" indent="0">
              <a:buNone/>
              <a:defRPr sz="2400" b="1">
                <a:solidFill>
                  <a:schemeClr val="bg1"/>
                </a:solidFill>
              </a:defRPr>
            </a:lvl3pPr>
            <a:lvl4pPr marL="1025820" indent="0">
              <a:buNone/>
              <a:defRPr sz="2400" b="1">
                <a:solidFill>
                  <a:schemeClr val="bg1"/>
                </a:solidFill>
              </a:defRPr>
            </a:lvl4pPr>
            <a:lvl5pPr marL="1367759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sp>
        <p:nvSpPr>
          <p:cNvPr id="11" name="Marcador de texto 12">
            <a:extLst>
              <a:ext uri="{FF2B5EF4-FFF2-40B4-BE49-F238E27FC236}">
                <a16:creationId xmlns:a16="http://schemas.microsoft.com/office/drawing/2014/main" id="{A2E6146A-1CA3-A85B-BE7C-CDB964C725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86452" y="3841999"/>
            <a:ext cx="32035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341940" indent="0">
              <a:buNone/>
              <a:defRPr sz="2000">
                <a:solidFill>
                  <a:schemeClr val="bg1"/>
                </a:solidFill>
              </a:defRPr>
            </a:lvl2pPr>
            <a:lvl3pPr marL="683880" indent="0">
              <a:buNone/>
              <a:defRPr sz="2000">
                <a:solidFill>
                  <a:schemeClr val="bg1"/>
                </a:solidFill>
              </a:defRPr>
            </a:lvl3pPr>
            <a:lvl4pPr marL="1025820" indent="0">
              <a:buNone/>
              <a:defRPr sz="2000">
                <a:solidFill>
                  <a:schemeClr val="bg1"/>
                </a:solidFill>
              </a:defRPr>
            </a:lvl4pPr>
            <a:lvl5pPr marL="1367759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Título de capítulo</a:t>
            </a:r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1EB1156A-B011-E937-E3C5-0C587AFDC8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86451" y="3452490"/>
            <a:ext cx="3203574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>
                <a:solidFill>
                  <a:schemeClr val="bg2"/>
                </a:solidFill>
              </a:defRPr>
            </a:lvl1pPr>
            <a:lvl2pPr marL="341940" indent="0">
              <a:buNone/>
              <a:defRPr sz="2400" b="1">
                <a:solidFill>
                  <a:schemeClr val="bg1"/>
                </a:solidFill>
              </a:defRPr>
            </a:lvl2pPr>
            <a:lvl3pPr marL="683880" indent="0">
              <a:buNone/>
              <a:defRPr sz="2400" b="1">
                <a:solidFill>
                  <a:schemeClr val="bg1"/>
                </a:solidFill>
              </a:defRPr>
            </a:lvl3pPr>
            <a:lvl4pPr marL="1025820" indent="0">
              <a:buNone/>
              <a:defRPr sz="2400" b="1">
                <a:solidFill>
                  <a:schemeClr val="bg1"/>
                </a:solidFill>
              </a:defRPr>
            </a:lvl4pPr>
            <a:lvl5pPr marL="1367759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C52042BE-7886-6068-B142-1A82ED8ECA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0714" y="5491448"/>
            <a:ext cx="32035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341940" indent="0">
              <a:buNone/>
              <a:defRPr sz="2000">
                <a:solidFill>
                  <a:schemeClr val="bg1"/>
                </a:solidFill>
              </a:defRPr>
            </a:lvl2pPr>
            <a:lvl3pPr marL="683880" indent="0">
              <a:buNone/>
              <a:defRPr sz="2000">
                <a:solidFill>
                  <a:schemeClr val="bg1"/>
                </a:solidFill>
              </a:defRPr>
            </a:lvl3pPr>
            <a:lvl4pPr marL="1025820" indent="0">
              <a:buNone/>
              <a:defRPr sz="2000">
                <a:solidFill>
                  <a:schemeClr val="bg1"/>
                </a:solidFill>
              </a:defRPr>
            </a:lvl4pPr>
            <a:lvl5pPr marL="1367759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Título de capítulo</a:t>
            </a:r>
          </a:p>
        </p:txBody>
      </p:sp>
      <p:sp>
        <p:nvSpPr>
          <p:cNvPr id="15" name="Marcador de texto 4">
            <a:extLst>
              <a:ext uri="{FF2B5EF4-FFF2-40B4-BE49-F238E27FC236}">
                <a16:creationId xmlns:a16="http://schemas.microsoft.com/office/drawing/2014/main" id="{718D8D25-402A-F183-0F3E-5956B78821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14" y="5101939"/>
            <a:ext cx="3203574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>
                <a:solidFill>
                  <a:schemeClr val="bg2"/>
                </a:solidFill>
              </a:defRPr>
            </a:lvl1pPr>
            <a:lvl2pPr marL="341940" indent="0">
              <a:buNone/>
              <a:defRPr sz="2400" b="1">
                <a:solidFill>
                  <a:schemeClr val="bg1"/>
                </a:solidFill>
              </a:defRPr>
            </a:lvl2pPr>
            <a:lvl3pPr marL="683880" indent="0">
              <a:buNone/>
              <a:defRPr sz="2400" b="1">
                <a:solidFill>
                  <a:schemeClr val="bg1"/>
                </a:solidFill>
              </a:defRPr>
            </a:lvl3pPr>
            <a:lvl4pPr marL="1025820" indent="0">
              <a:buNone/>
              <a:defRPr sz="2400" b="1">
                <a:solidFill>
                  <a:schemeClr val="bg1"/>
                </a:solidFill>
              </a:defRPr>
            </a:lvl4pPr>
            <a:lvl5pPr marL="1367759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sp>
        <p:nvSpPr>
          <p:cNvPr id="16" name="Marcador de texto 12">
            <a:extLst>
              <a:ext uri="{FF2B5EF4-FFF2-40B4-BE49-F238E27FC236}">
                <a16:creationId xmlns:a16="http://schemas.microsoft.com/office/drawing/2014/main" id="{86B4053B-4816-F02D-4634-E30558D665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86452" y="5491448"/>
            <a:ext cx="32035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341940" indent="0">
              <a:buNone/>
              <a:defRPr sz="2000">
                <a:solidFill>
                  <a:schemeClr val="bg1"/>
                </a:solidFill>
              </a:defRPr>
            </a:lvl2pPr>
            <a:lvl3pPr marL="683880" indent="0">
              <a:buNone/>
              <a:defRPr sz="2000">
                <a:solidFill>
                  <a:schemeClr val="bg1"/>
                </a:solidFill>
              </a:defRPr>
            </a:lvl3pPr>
            <a:lvl4pPr marL="1025820" indent="0">
              <a:buNone/>
              <a:defRPr sz="2000">
                <a:solidFill>
                  <a:schemeClr val="bg1"/>
                </a:solidFill>
              </a:defRPr>
            </a:lvl4pPr>
            <a:lvl5pPr marL="1367759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Título de capítulo</a:t>
            </a:r>
          </a:p>
        </p:txBody>
      </p:sp>
      <p:sp>
        <p:nvSpPr>
          <p:cNvPr id="17" name="Marcador de texto 4">
            <a:extLst>
              <a:ext uri="{FF2B5EF4-FFF2-40B4-BE49-F238E27FC236}">
                <a16:creationId xmlns:a16="http://schemas.microsoft.com/office/drawing/2014/main" id="{B453C574-B335-E632-93F6-F512DBBC3C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86451" y="5101939"/>
            <a:ext cx="3203574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>
                <a:solidFill>
                  <a:schemeClr val="bg2"/>
                </a:solidFill>
              </a:defRPr>
            </a:lvl1pPr>
            <a:lvl2pPr marL="341940" indent="0">
              <a:buNone/>
              <a:defRPr sz="2400" b="1">
                <a:solidFill>
                  <a:schemeClr val="bg1"/>
                </a:solidFill>
              </a:defRPr>
            </a:lvl2pPr>
            <a:lvl3pPr marL="683880" indent="0">
              <a:buNone/>
              <a:defRPr sz="2400" b="1">
                <a:solidFill>
                  <a:schemeClr val="bg1"/>
                </a:solidFill>
              </a:defRPr>
            </a:lvl3pPr>
            <a:lvl4pPr marL="1025820" indent="0">
              <a:buNone/>
              <a:defRPr sz="2400" b="1">
                <a:solidFill>
                  <a:schemeClr val="bg1"/>
                </a:solidFill>
              </a:defRPr>
            </a:lvl4pPr>
            <a:lvl5pPr marL="1367759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036310B-99A7-51DC-B77E-23573F400A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AD4150F4-4EAA-E032-C7C0-03DFDF195526}"/>
              </a:ext>
            </a:extLst>
          </p:cNvPr>
          <p:cNvSpPr txBox="1"/>
          <p:nvPr userDrawn="1"/>
        </p:nvSpPr>
        <p:spPr>
          <a:xfrm rot="16200000">
            <a:off x="7683681" y="2013206"/>
            <a:ext cx="6805450" cy="20775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ES" sz="13700" dirty="0">
                <a:solidFill>
                  <a:schemeClr val="bg2"/>
                </a:solidFill>
                <a:latin typeface="Rockwell" panose="02060603020205020403" pitchFamily="18" charset="77"/>
                <a:ea typeface="Arimo" panose="020B0604020202020204" pitchFamily="34" charset="0"/>
                <a:cs typeface="Times New Roman" panose="02020603050405020304" pitchFamily="18" charset="0"/>
              </a:rPr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84792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ítulo vertical y tex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3">
            <a:extLst>
              <a:ext uri="{FF2B5EF4-FFF2-40B4-BE49-F238E27FC236}">
                <a16:creationId xmlns:a16="http://schemas.microsoft.com/office/drawing/2014/main" id="{43EC68E3-BE45-EB99-3F0B-EDB3996AAD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6B40F56F-371B-4408-274D-1F2E48D295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0714" y="2042761"/>
            <a:ext cx="32035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341940" indent="0">
              <a:buNone/>
              <a:defRPr sz="2000">
                <a:solidFill>
                  <a:schemeClr val="bg1"/>
                </a:solidFill>
              </a:defRPr>
            </a:lvl2pPr>
            <a:lvl3pPr marL="683880" indent="0">
              <a:buNone/>
              <a:defRPr sz="2000">
                <a:solidFill>
                  <a:schemeClr val="bg1"/>
                </a:solidFill>
              </a:defRPr>
            </a:lvl3pPr>
            <a:lvl4pPr marL="1025820" indent="0">
              <a:buNone/>
              <a:defRPr sz="2000">
                <a:solidFill>
                  <a:schemeClr val="bg1"/>
                </a:solidFill>
              </a:defRPr>
            </a:lvl4pPr>
            <a:lvl5pPr marL="1367759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Título de capítulo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116F238-9E5C-F302-0BE1-B8C763B73C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0714" y="1653252"/>
            <a:ext cx="3203574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341940" indent="0">
              <a:buNone/>
              <a:defRPr sz="2400" b="1">
                <a:solidFill>
                  <a:schemeClr val="bg1"/>
                </a:solidFill>
              </a:defRPr>
            </a:lvl2pPr>
            <a:lvl3pPr marL="683880" indent="0">
              <a:buNone/>
              <a:defRPr sz="2400" b="1">
                <a:solidFill>
                  <a:schemeClr val="bg1"/>
                </a:solidFill>
              </a:defRPr>
            </a:lvl3pPr>
            <a:lvl4pPr marL="1025820" indent="0">
              <a:buNone/>
              <a:defRPr sz="2400" b="1">
                <a:solidFill>
                  <a:schemeClr val="bg1"/>
                </a:solidFill>
              </a:defRPr>
            </a:lvl4pPr>
            <a:lvl5pPr marL="1367759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sp>
        <p:nvSpPr>
          <p:cNvPr id="6" name="Marcador de texto 12">
            <a:extLst>
              <a:ext uri="{FF2B5EF4-FFF2-40B4-BE49-F238E27FC236}">
                <a16:creationId xmlns:a16="http://schemas.microsoft.com/office/drawing/2014/main" id="{9CE885DB-1E9A-6D2E-B222-6EB6A8E42A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6452" y="2042761"/>
            <a:ext cx="32035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341940" indent="0">
              <a:buNone/>
              <a:defRPr sz="2000">
                <a:solidFill>
                  <a:schemeClr val="bg1"/>
                </a:solidFill>
              </a:defRPr>
            </a:lvl2pPr>
            <a:lvl3pPr marL="683880" indent="0">
              <a:buNone/>
              <a:defRPr sz="2000">
                <a:solidFill>
                  <a:schemeClr val="bg1"/>
                </a:solidFill>
              </a:defRPr>
            </a:lvl3pPr>
            <a:lvl4pPr marL="1025820" indent="0">
              <a:buNone/>
              <a:defRPr sz="2000">
                <a:solidFill>
                  <a:schemeClr val="bg1"/>
                </a:solidFill>
              </a:defRPr>
            </a:lvl4pPr>
            <a:lvl5pPr marL="1367759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Título de capítulo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5433687A-84A5-3941-DDCD-57E75DB902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6451" y="1653252"/>
            <a:ext cx="3203574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341940" indent="0">
              <a:buNone/>
              <a:defRPr sz="2400" b="1">
                <a:solidFill>
                  <a:schemeClr val="bg1"/>
                </a:solidFill>
              </a:defRPr>
            </a:lvl2pPr>
            <a:lvl3pPr marL="683880" indent="0">
              <a:buNone/>
              <a:defRPr sz="2400" b="1">
                <a:solidFill>
                  <a:schemeClr val="bg1"/>
                </a:solidFill>
              </a:defRPr>
            </a:lvl3pPr>
            <a:lvl4pPr marL="1025820" indent="0">
              <a:buNone/>
              <a:defRPr sz="2400" b="1">
                <a:solidFill>
                  <a:schemeClr val="bg1"/>
                </a:solidFill>
              </a:defRPr>
            </a:lvl4pPr>
            <a:lvl5pPr marL="1367759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7960B2CC-EB55-B038-7B2C-622288A302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714" y="3841999"/>
            <a:ext cx="32035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341940" indent="0">
              <a:buNone/>
              <a:defRPr sz="2000">
                <a:solidFill>
                  <a:schemeClr val="bg1"/>
                </a:solidFill>
              </a:defRPr>
            </a:lvl2pPr>
            <a:lvl3pPr marL="683880" indent="0">
              <a:buNone/>
              <a:defRPr sz="2000">
                <a:solidFill>
                  <a:schemeClr val="bg1"/>
                </a:solidFill>
              </a:defRPr>
            </a:lvl3pPr>
            <a:lvl4pPr marL="1025820" indent="0">
              <a:buNone/>
              <a:defRPr sz="2000">
                <a:solidFill>
                  <a:schemeClr val="bg1"/>
                </a:solidFill>
              </a:defRPr>
            </a:lvl4pPr>
            <a:lvl5pPr marL="1367759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Título de capítulo</a:t>
            </a:r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F7B8B41E-4847-A0A6-036F-B7FB96425D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0714" y="3452490"/>
            <a:ext cx="3203574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341940" indent="0">
              <a:buNone/>
              <a:defRPr sz="2400" b="1">
                <a:solidFill>
                  <a:schemeClr val="bg1"/>
                </a:solidFill>
              </a:defRPr>
            </a:lvl2pPr>
            <a:lvl3pPr marL="683880" indent="0">
              <a:buNone/>
              <a:defRPr sz="2400" b="1">
                <a:solidFill>
                  <a:schemeClr val="bg1"/>
                </a:solidFill>
              </a:defRPr>
            </a:lvl3pPr>
            <a:lvl4pPr marL="1025820" indent="0">
              <a:buNone/>
              <a:defRPr sz="2400" b="1">
                <a:solidFill>
                  <a:schemeClr val="bg1"/>
                </a:solidFill>
              </a:defRPr>
            </a:lvl4pPr>
            <a:lvl5pPr marL="1367759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sp>
        <p:nvSpPr>
          <p:cNvPr id="11" name="Marcador de texto 12">
            <a:extLst>
              <a:ext uri="{FF2B5EF4-FFF2-40B4-BE49-F238E27FC236}">
                <a16:creationId xmlns:a16="http://schemas.microsoft.com/office/drawing/2014/main" id="{A2E6146A-1CA3-A85B-BE7C-CDB964C725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86452" y="3841999"/>
            <a:ext cx="32035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341940" indent="0">
              <a:buNone/>
              <a:defRPr sz="2000">
                <a:solidFill>
                  <a:schemeClr val="bg1"/>
                </a:solidFill>
              </a:defRPr>
            </a:lvl2pPr>
            <a:lvl3pPr marL="683880" indent="0">
              <a:buNone/>
              <a:defRPr sz="2000">
                <a:solidFill>
                  <a:schemeClr val="bg1"/>
                </a:solidFill>
              </a:defRPr>
            </a:lvl3pPr>
            <a:lvl4pPr marL="1025820" indent="0">
              <a:buNone/>
              <a:defRPr sz="2000">
                <a:solidFill>
                  <a:schemeClr val="bg1"/>
                </a:solidFill>
              </a:defRPr>
            </a:lvl4pPr>
            <a:lvl5pPr marL="1367759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Título de capítulo</a:t>
            </a:r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1EB1156A-B011-E937-E3C5-0C587AFDC8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86451" y="3452490"/>
            <a:ext cx="3203574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341940" indent="0">
              <a:buNone/>
              <a:defRPr sz="2400" b="1">
                <a:solidFill>
                  <a:schemeClr val="bg1"/>
                </a:solidFill>
              </a:defRPr>
            </a:lvl2pPr>
            <a:lvl3pPr marL="683880" indent="0">
              <a:buNone/>
              <a:defRPr sz="2400" b="1">
                <a:solidFill>
                  <a:schemeClr val="bg1"/>
                </a:solidFill>
              </a:defRPr>
            </a:lvl3pPr>
            <a:lvl4pPr marL="1025820" indent="0">
              <a:buNone/>
              <a:defRPr sz="2400" b="1">
                <a:solidFill>
                  <a:schemeClr val="bg1"/>
                </a:solidFill>
              </a:defRPr>
            </a:lvl4pPr>
            <a:lvl5pPr marL="1367759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C52042BE-7886-6068-B142-1A82ED8ECA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0714" y="5491448"/>
            <a:ext cx="32035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341940" indent="0">
              <a:buNone/>
              <a:defRPr sz="2000">
                <a:solidFill>
                  <a:schemeClr val="bg1"/>
                </a:solidFill>
              </a:defRPr>
            </a:lvl2pPr>
            <a:lvl3pPr marL="683880" indent="0">
              <a:buNone/>
              <a:defRPr sz="2000">
                <a:solidFill>
                  <a:schemeClr val="bg1"/>
                </a:solidFill>
              </a:defRPr>
            </a:lvl3pPr>
            <a:lvl4pPr marL="1025820" indent="0">
              <a:buNone/>
              <a:defRPr sz="2000">
                <a:solidFill>
                  <a:schemeClr val="bg1"/>
                </a:solidFill>
              </a:defRPr>
            </a:lvl4pPr>
            <a:lvl5pPr marL="1367759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Título de capítulo</a:t>
            </a:r>
          </a:p>
        </p:txBody>
      </p:sp>
      <p:sp>
        <p:nvSpPr>
          <p:cNvPr id="15" name="Marcador de texto 4">
            <a:extLst>
              <a:ext uri="{FF2B5EF4-FFF2-40B4-BE49-F238E27FC236}">
                <a16:creationId xmlns:a16="http://schemas.microsoft.com/office/drawing/2014/main" id="{718D8D25-402A-F183-0F3E-5956B78821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14" y="5101939"/>
            <a:ext cx="3203574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341940" indent="0">
              <a:buNone/>
              <a:defRPr sz="2400" b="1">
                <a:solidFill>
                  <a:schemeClr val="bg1"/>
                </a:solidFill>
              </a:defRPr>
            </a:lvl2pPr>
            <a:lvl3pPr marL="683880" indent="0">
              <a:buNone/>
              <a:defRPr sz="2400" b="1">
                <a:solidFill>
                  <a:schemeClr val="bg1"/>
                </a:solidFill>
              </a:defRPr>
            </a:lvl3pPr>
            <a:lvl4pPr marL="1025820" indent="0">
              <a:buNone/>
              <a:defRPr sz="2400" b="1">
                <a:solidFill>
                  <a:schemeClr val="bg1"/>
                </a:solidFill>
              </a:defRPr>
            </a:lvl4pPr>
            <a:lvl5pPr marL="1367759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sp>
        <p:nvSpPr>
          <p:cNvPr id="16" name="Marcador de texto 12">
            <a:extLst>
              <a:ext uri="{FF2B5EF4-FFF2-40B4-BE49-F238E27FC236}">
                <a16:creationId xmlns:a16="http://schemas.microsoft.com/office/drawing/2014/main" id="{86B4053B-4816-F02D-4634-E30558D665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86452" y="5491448"/>
            <a:ext cx="32035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341940" indent="0">
              <a:buNone/>
              <a:defRPr sz="2000">
                <a:solidFill>
                  <a:schemeClr val="bg1"/>
                </a:solidFill>
              </a:defRPr>
            </a:lvl2pPr>
            <a:lvl3pPr marL="683880" indent="0">
              <a:buNone/>
              <a:defRPr sz="2000">
                <a:solidFill>
                  <a:schemeClr val="bg1"/>
                </a:solidFill>
              </a:defRPr>
            </a:lvl3pPr>
            <a:lvl4pPr marL="1025820" indent="0">
              <a:buNone/>
              <a:defRPr sz="2000">
                <a:solidFill>
                  <a:schemeClr val="bg1"/>
                </a:solidFill>
              </a:defRPr>
            </a:lvl4pPr>
            <a:lvl5pPr marL="1367759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Título de capítulo</a:t>
            </a:r>
          </a:p>
        </p:txBody>
      </p:sp>
      <p:sp>
        <p:nvSpPr>
          <p:cNvPr id="17" name="Marcador de texto 4">
            <a:extLst>
              <a:ext uri="{FF2B5EF4-FFF2-40B4-BE49-F238E27FC236}">
                <a16:creationId xmlns:a16="http://schemas.microsoft.com/office/drawing/2014/main" id="{B453C574-B335-E632-93F6-F512DBBC3C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86451" y="5101939"/>
            <a:ext cx="3203574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341940" indent="0">
              <a:buNone/>
              <a:defRPr sz="2400" b="1">
                <a:solidFill>
                  <a:schemeClr val="bg1"/>
                </a:solidFill>
              </a:defRPr>
            </a:lvl2pPr>
            <a:lvl3pPr marL="683880" indent="0">
              <a:buNone/>
              <a:defRPr sz="2400" b="1">
                <a:solidFill>
                  <a:schemeClr val="bg1"/>
                </a:solidFill>
              </a:defRPr>
            </a:lvl3pPr>
            <a:lvl4pPr marL="1025820" indent="0">
              <a:buNone/>
              <a:defRPr sz="2400" b="1">
                <a:solidFill>
                  <a:schemeClr val="bg1"/>
                </a:solidFill>
              </a:defRPr>
            </a:lvl4pPr>
            <a:lvl5pPr marL="1367759" indent="0"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2E5099-D204-4796-688B-02643DE2E4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9D51B715-0ECF-90DE-F3F1-15CF88C6AA56}"/>
              </a:ext>
            </a:extLst>
          </p:cNvPr>
          <p:cNvSpPr txBox="1"/>
          <p:nvPr userDrawn="1"/>
        </p:nvSpPr>
        <p:spPr>
          <a:xfrm rot="16200000">
            <a:off x="7683681" y="2013206"/>
            <a:ext cx="6805450" cy="20775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ES" sz="13700" dirty="0">
                <a:solidFill>
                  <a:schemeClr val="bg1"/>
                </a:solidFill>
                <a:latin typeface="Rockwell" panose="02060603020205020403" pitchFamily="18" charset="77"/>
                <a:ea typeface="Arimo" panose="020B0604020202020204" pitchFamily="34" charset="0"/>
                <a:cs typeface="Times New Roman" panose="02020603050405020304" pitchFamily="18" charset="0"/>
              </a:rPr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213846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ítulo vertical y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D5C9FCFE-A0C3-4D41-FC61-2BCE5907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1598211"/>
            <a:ext cx="3186443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B7D8FA-0158-DABA-4D55-23B2E53047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86451" y="1655415"/>
            <a:ext cx="7220281" cy="4267794"/>
          </a:xfrm>
          <a:prstGeom prst="rect">
            <a:avLst/>
          </a:prstGeom>
        </p:spPr>
        <p:txBody>
          <a:bodyPr wrap="square" lIns="0" tIns="0" rIns="0" bIns="0" numCol="2" spcCol="828000">
            <a:noAutofit/>
          </a:bodyPr>
          <a:lstStyle>
            <a:lvl1pPr marL="223838" indent="-223838">
              <a:lnSpc>
                <a:spcPts val="1660"/>
              </a:lnSpc>
              <a:spcBef>
                <a:spcPts val="600"/>
              </a:spcBef>
              <a:buClr>
                <a:schemeClr val="bg2"/>
              </a:buClr>
              <a:buFont typeface="+mj-lt"/>
              <a:buAutoNum type="arabicPeriod"/>
              <a:tabLst/>
              <a:defRPr sz="1400" b="1">
                <a:solidFill>
                  <a:schemeClr val="tx2"/>
                </a:solidFill>
              </a:defRPr>
            </a:lvl1pPr>
            <a:lvl2pPr marL="538163" indent="0">
              <a:lnSpc>
                <a:spcPts val="166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200">
                <a:solidFill>
                  <a:schemeClr val="tx2"/>
                </a:solidFill>
              </a:defRPr>
            </a:lvl2pPr>
            <a:lvl3pPr marL="854075" indent="0">
              <a:lnSpc>
                <a:spcPts val="166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200">
                <a:solidFill>
                  <a:schemeClr val="tx2"/>
                </a:solidFill>
              </a:defRPr>
            </a:lvl3pPr>
            <a:lvl4pPr marL="1157288" indent="0">
              <a:lnSpc>
                <a:spcPts val="166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200">
                <a:solidFill>
                  <a:schemeClr val="tx2"/>
                </a:solidFill>
              </a:defRPr>
            </a:lvl4pPr>
            <a:lvl5pPr marL="1427163" indent="0">
              <a:lnSpc>
                <a:spcPts val="166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614AFF1-E4F7-BCAC-1A05-BA21604C0071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1B8045-5CFE-A6F2-11E3-5954659D0D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Ina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C07AB41D-27F2-8C6F-B4F0-8FEB99BA2A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08999" y="3192886"/>
            <a:ext cx="3203575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341940" indent="0">
              <a:buNone/>
              <a:defRPr sz="1600">
                <a:solidFill>
                  <a:schemeClr val="bg1"/>
                </a:solidFill>
              </a:defRPr>
            </a:lvl2pPr>
            <a:lvl3pPr marL="683880" indent="0">
              <a:buNone/>
              <a:defRPr sz="1600">
                <a:solidFill>
                  <a:schemeClr val="bg1"/>
                </a:solidFill>
              </a:defRPr>
            </a:lvl3pPr>
            <a:lvl4pPr marL="1025820" indent="0">
              <a:buNone/>
              <a:defRPr sz="1600">
                <a:solidFill>
                  <a:schemeClr val="bg1"/>
                </a:solidFill>
              </a:defRPr>
            </a:lvl4pPr>
            <a:lvl5pPr marL="1367759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C692080E-8242-E68C-F9BD-4F938F3DBE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8017" y="6157302"/>
            <a:ext cx="2063323" cy="24622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buNone/>
              <a:defRPr sz="1600">
                <a:solidFill>
                  <a:schemeClr val="bg1"/>
                </a:solidFill>
              </a:defRPr>
            </a:lvl2pPr>
            <a:lvl3pPr marL="683880" indent="0">
              <a:buNone/>
              <a:defRPr sz="1600">
                <a:solidFill>
                  <a:schemeClr val="bg1"/>
                </a:solidFill>
              </a:defRPr>
            </a:lvl3pPr>
            <a:lvl4pPr marL="1025820" indent="0">
              <a:buNone/>
              <a:defRPr sz="1600">
                <a:solidFill>
                  <a:schemeClr val="bg1"/>
                </a:solidFill>
              </a:defRPr>
            </a:lvl4pPr>
            <a:lvl5pPr marL="1367759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4E18CADF-3D76-DAF9-DAEB-E11295C91D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28477" y="6157302"/>
            <a:ext cx="2063323" cy="24622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buNone/>
              <a:defRPr sz="1600">
                <a:solidFill>
                  <a:schemeClr val="bg1"/>
                </a:solidFill>
              </a:defRPr>
            </a:lvl2pPr>
            <a:lvl3pPr marL="683880" indent="0">
              <a:buNone/>
              <a:defRPr sz="1600">
                <a:solidFill>
                  <a:schemeClr val="bg1"/>
                </a:solidFill>
              </a:defRPr>
            </a:lvl3pPr>
            <a:lvl4pPr marL="1025820" indent="0">
              <a:buNone/>
              <a:defRPr sz="1600">
                <a:solidFill>
                  <a:schemeClr val="bg1"/>
                </a:solidFill>
              </a:defRPr>
            </a:lvl4pPr>
            <a:lvl5pPr marL="1367759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AE5FE5E-4970-13F6-544E-B839A22A9311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A797E3C-0FFB-5538-1EE2-BF27BEE8DA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8016" y="3018893"/>
            <a:ext cx="2870753" cy="82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942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Final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626E8C-9946-CA86-4641-B78C266E6D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08999" y="3192886"/>
            <a:ext cx="3203575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341940" indent="0">
              <a:buNone/>
              <a:defRPr sz="1600">
                <a:solidFill>
                  <a:schemeClr val="bg1"/>
                </a:solidFill>
              </a:defRPr>
            </a:lvl2pPr>
            <a:lvl3pPr marL="683880" indent="0">
              <a:buNone/>
              <a:defRPr sz="1600">
                <a:solidFill>
                  <a:schemeClr val="bg1"/>
                </a:solidFill>
              </a:defRPr>
            </a:lvl3pPr>
            <a:lvl4pPr marL="1025820" indent="0">
              <a:buNone/>
              <a:defRPr sz="1600">
                <a:solidFill>
                  <a:schemeClr val="bg1"/>
                </a:solidFill>
              </a:defRPr>
            </a:lvl4pPr>
            <a:lvl5pPr marL="1367759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19D92CE3-B1EF-7039-3222-F79307AF26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8017" y="6157302"/>
            <a:ext cx="2063323" cy="24622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buNone/>
              <a:defRPr sz="1600">
                <a:solidFill>
                  <a:schemeClr val="bg1"/>
                </a:solidFill>
              </a:defRPr>
            </a:lvl2pPr>
            <a:lvl3pPr marL="683880" indent="0">
              <a:buNone/>
              <a:defRPr sz="1600">
                <a:solidFill>
                  <a:schemeClr val="bg1"/>
                </a:solidFill>
              </a:defRPr>
            </a:lvl3pPr>
            <a:lvl4pPr marL="1025820" indent="0">
              <a:buNone/>
              <a:defRPr sz="1600">
                <a:solidFill>
                  <a:schemeClr val="bg1"/>
                </a:solidFill>
              </a:defRPr>
            </a:lvl4pPr>
            <a:lvl5pPr marL="1367759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8BEBDE0D-FAB9-9BF4-200F-4DB4E4AA82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28477" y="6157302"/>
            <a:ext cx="2063323" cy="24622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buNone/>
              <a:defRPr sz="1600">
                <a:solidFill>
                  <a:schemeClr val="bg1"/>
                </a:solidFill>
              </a:defRPr>
            </a:lvl2pPr>
            <a:lvl3pPr marL="683880" indent="0">
              <a:buNone/>
              <a:defRPr sz="1600">
                <a:solidFill>
                  <a:schemeClr val="bg1"/>
                </a:solidFill>
              </a:defRPr>
            </a:lvl3pPr>
            <a:lvl4pPr marL="1025820" indent="0">
              <a:buNone/>
              <a:defRPr sz="1600">
                <a:solidFill>
                  <a:schemeClr val="bg1"/>
                </a:solidFill>
              </a:defRPr>
            </a:lvl4pPr>
            <a:lvl5pPr marL="1367759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7FE8497-FE40-8B87-F12A-C5F9BAC01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170107B-C205-B915-D6AF-F80A737F6511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</p:spTree>
    <p:extLst>
      <p:ext uri="{BB962C8B-B14F-4D97-AF65-F5344CB8AC3E}">
        <p14:creationId xmlns:p14="http://schemas.microsoft.com/office/powerpoint/2010/main" val="157201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vertical y text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3">
            <a:extLst>
              <a:ext uri="{FF2B5EF4-FFF2-40B4-BE49-F238E27FC236}">
                <a16:creationId xmlns:a16="http://schemas.microsoft.com/office/drawing/2014/main" id="{43EC68E3-BE45-EB99-3F0B-EDB3996AAD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1736F79-D1CA-AD55-933F-29A9DD7A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63" y="2875002"/>
            <a:ext cx="2972951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D1E14C57-D1D3-8704-FC61-3601EF8C6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67451" y="2046769"/>
            <a:ext cx="4129086" cy="275613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sz="19900">
                <a:solidFill>
                  <a:schemeClr val="bg1"/>
                </a:solidFill>
                <a:latin typeface="Rockwell" panose="02060603020205020403" pitchFamily="18" charset="77"/>
              </a:defRPr>
            </a:lvl1pPr>
            <a:lvl2pPr marL="341940" indent="0" algn="r">
              <a:buNone/>
              <a:defRPr>
                <a:solidFill>
                  <a:schemeClr val="bg1"/>
                </a:solidFill>
              </a:defRPr>
            </a:lvl2pPr>
            <a:lvl3pPr marL="683880" indent="0" algn="r">
              <a:buNone/>
              <a:defRPr>
                <a:solidFill>
                  <a:schemeClr val="bg1"/>
                </a:solidFill>
              </a:defRPr>
            </a:lvl3pPr>
            <a:lvl4pPr marL="1025820" indent="0" algn="r">
              <a:buNone/>
              <a:defRPr>
                <a:solidFill>
                  <a:schemeClr val="bg1"/>
                </a:solidFill>
              </a:defRPr>
            </a:lvl4pPr>
            <a:lvl5pPr marL="1367759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00</a:t>
            </a:r>
            <a:endParaRPr lang="es-ES_tradnl" dirty="0"/>
          </a:p>
        </p:txBody>
      </p:sp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083E315C-F913-9344-1CBB-FC6BADF40D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3A753F1-5B86-6781-01B7-31B0971B784B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DF25F31-1ECE-35CB-ED0A-1EC85077F8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8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ítulo vertical y tex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3">
            <a:extLst>
              <a:ext uri="{FF2B5EF4-FFF2-40B4-BE49-F238E27FC236}">
                <a16:creationId xmlns:a16="http://schemas.microsoft.com/office/drawing/2014/main" id="{43EC68E3-BE45-EB99-3F0B-EDB3996AAD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1736F79-D1CA-AD55-933F-29A9DD7A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64" y="2875002"/>
            <a:ext cx="2941420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D1E14C57-D1D3-8704-FC61-3601EF8C6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67451" y="2046769"/>
            <a:ext cx="4129086" cy="275613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sz="19900">
                <a:solidFill>
                  <a:schemeClr val="tx2"/>
                </a:solidFill>
                <a:latin typeface="Rockwell" panose="02060603020205020403" pitchFamily="18" charset="77"/>
              </a:defRPr>
            </a:lvl1pPr>
            <a:lvl2pPr marL="341940" indent="0" algn="r">
              <a:buNone/>
              <a:defRPr>
                <a:solidFill>
                  <a:schemeClr val="bg1"/>
                </a:solidFill>
              </a:defRPr>
            </a:lvl2pPr>
            <a:lvl3pPr marL="683880" indent="0" algn="r">
              <a:buNone/>
              <a:defRPr>
                <a:solidFill>
                  <a:schemeClr val="bg1"/>
                </a:solidFill>
              </a:defRPr>
            </a:lvl3pPr>
            <a:lvl4pPr marL="1025820" indent="0" algn="r">
              <a:buNone/>
              <a:defRPr>
                <a:solidFill>
                  <a:schemeClr val="bg1"/>
                </a:solidFill>
              </a:defRPr>
            </a:lvl4pPr>
            <a:lvl5pPr marL="1367759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CB3835E-31B4-682D-7FE3-CB962C4FB45F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AF1588F-A691-8DE0-BBFF-98F8E2A1F9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92CCD5FA-34D4-19C8-9DEF-0A9666D5F9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4633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ítulo vertical y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D5C9FCFE-A0C3-4D41-FC61-2BCE5907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1605585"/>
            <a:ext cx="3186443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B7D8FA-0158-DABA-4D55-23B2E53047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734" y="3257022"/>
            <a:ext cx="11242841" cy="1255728"/>
          </a:xfrm>
          <a:prstGeom prst="rect">
            <a:avLst/>
          </a:prstGeom>
        </p:spPr>
        <p:txBody>
          <a:bodyPr wrap="square" lIns="0" tIns="0" rIns="0" bIns="0" numCol="2" spcCol="828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 typeface="+mj-lt"/>
              <a:buNone/>
              <a:tabLst/>
              <a:defRPr sz="1400" b="1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58CEBB2-0218-FB59-C1A6-1552BEDA846C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E6C1BB-35B1-BDB2-BC55-3BEF34852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2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ítulo vertical y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D5C9FCFE-A0C3-4D41-FC61-2BCE5907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1616874"/>
            <a:ext cx="5204156" cy="1661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B7D8FA-0158-DABA-4D55-23B2E53047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2577" y="1628163"/>
            <a:ext cx="5213828" cy="3915338"/>
          </a:xfrm>
          <a:prstGeom prst="rect">
            <a:avLst/>
          </a:prstGeom>
        </p:spPr>
        <p:txBody>
          <a:bodyPr wrap="square" lIns="0" tIns="0" rIns="0" bIns="0" numCol="1" spcCol="828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3" name="Marcador de texto 22">
            <a:extLst>
              <a:ext uri="{FF2B5EF4-FFF2-40B4-BE49-F238E27FC236}">
                <a16:creationId xmlns:a16="http://schemas.microsoft.com/office/drawing/2014/main" id="{823C9AFC-134E-9D3B-4BB9-9EE53779D6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267" y="4352389"/>
            <a:ext cx="5215445" cy="754053"/>
          </a:xfrm>
          <a:prstGeom prst="rect">
            <a:avLst/>
          </a:prstGeom>
        </p:spPr>
        <p:txBody>
          <a:bodyPr wrap="square" lIns="0" tIns="0" rIns="0" bIns="0" numCol="1" spcCol="82800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600" b="1">
                <a:solidFill>
                  <a:schemeClr val="tx2"/>
                </a:solidFill>
              </a:defRPr>
            </a:lvl1pPr>
            <a:lvl2pPr marL="11113" indent="0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2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C3C88D3-A2BD-8C39-109F-35211EC322D0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B7A06F-EE0E-B004-2CAA-5219D9E415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7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ítulo vertical y foto 1/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4">
            <a:extLst>
              <a:ext uri="{FF2B5EF4-FFF2-40B4-BE49-F238E27FC236}">
                <a16:creationId xmlns:a16="http://schemas.microsoft.com/office/drawing/2014/main" id="{FE4922AF-B8D0-2A22-3F25-FDA21F77F9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4545013"/>
            <a:ext cx="12192000" cy="231298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B7D8FA-0158-DABA-4D55-23B2E53047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734" y="1638796"/>
            <a:ext cx="11242841" cy="1255728"/>
          </a:xfrm>
          <a:prstGeom prst="rect">
            <a:avLst/>
          </a:prstGeom>
        </p:spPr>
        <p:txBody>
          <a:bodyPr wrap="square" lIns="0" tIns="0" rIns="0" bIns="0" numCol="2" spcCol="828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 typeface="+mj-lt"/>
              <a:buNone/>
              <a:tabLst/>
              <a:defRPr sz="1400" b="1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7D7052F-4DBE-04B1-13E1-E2300F19AEC4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6688E2-D103-4CE3-4806-C29156EE80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27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Subtítulo vertical y foto 1/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E38A0256-C743-6F3C-924A-FA21778EF0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429001"/>
            <a:ext cx="12192000" cy="3429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B7D8FA-0158-DABA-4D55-23B2E53047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2577" y="1628163"/>
            <a:ext cx="5213828" cy="1329526"/>
          </a:xfrm>
          <a:prstGeom prst="rect">
            <a:avLst/>
          </a:prstGeom>
        </p:spPr>
        <p:txBody>
          <a:bodyPr wrap="square" lIns="0" tIns="0" rIns="0" bIns="0" numCol="1" spcCol="828000">
            <a:no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4" name="Marcador de texto 22">
            <a:extLst>
              <a:ext uri="{FF2B5EF4-FFF2-40B4-BE49-F238E27FC236}">
                <a16:creationId xmlns:a16="http://schemas.microsoft.com/office/drawing/2014/main" id="{D0F56382-798E-3287-6D4E-029F1346F4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6884" y="1560665"/>
            <a:ext cx="5213828" cy="1329526"/>
          </a:xfrm>
          <a:prstGeom prst="rect">
            <a:avLst/>
          </a:prstGeom>
        </p:spPr>
        <p:txBody>
          <a:bodyPr wrap="square" lIns="0" tIns="0" rIns="0" bIns="0" numCol="1" spcCol="828000">
            <a:noAutofit/>
          </a:bodyPr>
          <a:lstStyle>
            <a:lvl1pPr marL="0" indent="0">
              <a:lnSpc>
                <a:spcPct val="110000"/>
              </a:lnSpc>
              <a:spcBef>
                <a:spcPts val="1800"/>
              </a:spcBef>
              <a:buClr>
                <a:schemeClr val="bg2"/>
              </a:buClr>
              <a:buFont typeface="+mj-lt"/>
              <a:buNone/>
              <a:tabLst/>
              <a:defRPr sz="2000" b="1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800"/>
              </a:spcBef>
              <a:buClr>
                <a:schemeClr val="bg2"/>
              </a:buClr>
              <a:buFont typeface="+mj-lt"/>
              <a:buNone/>
              <a:tabLst/>
              <a:defRPr sz="12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84432D1-1D67-0FFB-4FFE-EAAA0ECE9DCB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3EEB973-496A-2CBA-821C-A46F46F458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3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vertical y Foto 2/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0DA6F302-8E4C-75AA-A4A4-C3FD4CF197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808163"/>
            <a:ext cx="12192000" cy="504983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6F2EFDC-8B04-9B96-273C-36DD45471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15" y="2552837"/>
            <a:ext cx="5879333" cy="9971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7" name="Marcador de texto 13">
            <a:extLst>
              <a:ext uri="{FF2B5EF4-FFF2-40B4-BE49-F238E27FC236}">
                <a16:creationId xmlns:a16="http://schemas.microsoft.com/office/drawing/2014/main" id="{925A5DDF-0C1D-2B81-2787-06435C6FC1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5922684"/>
            <a:ext cx="3849030" cy="50646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20000"/>
              </a:lnSpc>
              <a:buNone/>
              <a:defRPr sz="14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texto 13">
            <a:extLst>
              <a:ext uri="{FF2B5EF4-FFF2-40B4-BE49-F238E27FC236}">
                <a16:creationId xmlns:a16="http://schemas.microsoft.com/office/drawing/2014/main" id="{D1F1604B-0AE6-16B1-D8DE-22DD505A53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63983" y="5922684"/>
            <a:ext cx="3849030" cy="50646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20000"/>
              </a:lnSpc>
              <a:buNone/>
              <a:defRPr sz="1400" b="1">
                <a:solidFill>
                  <a:schemeClr val="tx2"/>
                </a:solidFill>
              </a:defRPr>
            </a:lvl1pPr>
            <a:lvl2pPr marL="34194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 algn="r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1B0414C-37D6-7B51-5CDC-8519A09601FF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C05397B-F249-D1A3-AC0B-5F2E161FF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9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ítulo vertical y tex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ítulo 20">
            <a:extLst>
              <a:ext uri="{FF2B5EF4-FFF2-40B4-BE49-F238E27FC236}">
                <a16:creationId xmlns:a16="http://schemas.microsoft.com/office/drawing/2014/main" id="{41028634-D3BE-6210-9415-C74FA359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2875002"/>
            <a:ext cx="8023732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C242B22-9321-4FB4-452C-2F411AAFFC7E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C235C2-12A8-AA22-32EA-07DFAA8C40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3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ítulo vertical y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3" name="Marcador de texto 22">
            <a:extLst>
              <a:ext uri="{FF2B5EF4-FFF2-40B4-BE49-F238E27FC236}">
                <a16:creationId xmlns:a16="http://schemas.microsoft.com/office/drawing/2014/main" id="{FBBBD18E-F2D8-2049-D20E-F6DF56826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6884" y="1565939"/>
            <a:ext cx="3196116" cy="1329526"/>
          </a:xfrm>
          <a:prstGeom prst="rect">
            <a:avLst/>
          </a:prstGeom>
        </p:spPr>
        <p:txBody>
          <a:bodyPr wrap="square" lIns="0" tIns="0" rIns="0" bIns="0" numCol="1" spcCol="828000">
            <a:noAutofit/>
          </a:bodyPr>
          <a:lstStyle>
            <a:lvl1pPr marL="0" indent="0">
              <a:lnSpc>
                <a:spcPct val="110000"/>
              </a:lnSpc>
              <a:spcBef>
                <a:spcPts val="1500"/>
              </a:spcBef>
              <a:buClr>
                <a:schemeClr val="bg2"/>
              </a:buClr>
              <a:buFont typeface="+mj-lt"/>
              <a:buNone/>
              <a:tabLst/>
              <a:defRPr sz="2000" b="1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5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AD7C6C81-17AD-960A-77FB-865660D6344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6729" y="1707588"/>
            <a:ext cx="4483100" cy="91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 b="1">
                <a:solidFill>
                  <a:schemeClr val="tx2"/>
                </a:solidFill>
              </a:defRPr>
            </a:lvl1pPr>
            <a:lvl2pPr marL="341940" indent="0">
              <a:buNone/>
              <a:defRPr sz="1050" b="1">
                <a:solidFill>
                  <a:schemeClr val="tx2"/>
                </a:solidFill>
              </a:defRPr>
            </a:lvl2pPr>
            <a:lvl3pPr marL="683880" indent="0">
              <a:buNone/>
              <a:defRPr sz="1050" b="1">
                <a:solidFill>
                  <a:schemeClr val="tx2"/>
                </a:solidFill>
              </a:defRPr>
            </a:lvl3pPr>
            <a:lvl4pPr marL="1025820" indent="0">
              <a:buNone/>
              <a:defRPr sz="1050" b="1">
                <a:solidFill>
                  <a:schemeClr val="tx2"/>
                </a:solidFill>
              </a:defRPr>
            </a:lvl4pPr>
            <a:lvl5pPr marL="1367759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BA98543-E58B-5F18-3555-FE4B5C3B3803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CFBD69-5BBE-373F-B86D-83E675C885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0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ítulo vertical y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11" name="Título 20">
            <a:extLst>
              <a:ext uri="{FF2B5EF4-FFF2-40B4-BE49-F238E27FC236}">
                <a16:creationId xmlns:a16="http://schemas.microsoft.com/office/drawing/2014/main" id="{1E14645D-32B5-1934-A6E3-37E1CB99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1598211"/>
            <a:ext cx="72315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0A4D677-2C73-59BC-38FF-02B6D8B0C15D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700B4D-BF87-E507-69F2-0DEEE2AC59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6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46BE1-B438-3892-D132-BCCA71636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45F9CD-18C0-31B6-06B9-2159AA46D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DE3DCF-37CE-713A-9AA7-B5F808D1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8335-729A-4934-9983-93E5550D5B89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8074F7-EF27-3D88-74DE-D1DFACB5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39966F-22D9-9418-3086-2249B7832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270-18BC-4B91-B136-4B7A83D0AD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8394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83FC7-668D-D4BD-993B-171B807DD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45F4AF-DD30-9519-6921-A780921C1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676088-9102-D290-AD0C-C566EDFAA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8335-729A-4934-9983-93E5550D5B89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87D504-9006-8EC4-829D-49CA2574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D34D8A-CDFE-EA54-B805-6C38532F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270-18BC-4B91-B136-4B7A83D0AD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1035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01FB4-DBAF-FB3F-AC20-BEE0AC1D5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801EEC-9836-0BB8-41D9-88CB623F6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57980F-201D-3290-CE2C-2AB79ECB8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8335-729A-4934-9983-93E5550D5B89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82F003-E99C-0F32-0110-531122C6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0EB81B-83A2-FE21-559D-6F4EB0BFB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270-18BC-4B91-B136-4B7A83D0AD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78785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44762-54CB-1355-FA6E-95F0E1AE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469636-BC6A-A993-41C1-F6B8A4588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97AC5C-2F1B-A4CC-5A28-810D142B1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5B6CE5-4B93-38B0-7EBB-31BFD899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8335-729A-4934-9983-93E5550D5B89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347B4F-23ED-D983-15C6-60E63BF63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5B46E8-C196-A5B0-7BED-C8A48C9C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270-18BC-4B91-B136-4B7A83D0AD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8259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25253-9602-1A8D-F326-DFD1A49D8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15D298-D283-4671-1D33-774D3052D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3AFBA7-0CC0-7600-A98E-8AB4C9DE8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D4DFC7-6481-671D-00CF-5452952EC2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31708CF-3A73-C71E-B787-B9ED590E75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C5FF9AD-6515-BEA7-9DCE-A3CF6099D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8335-729A-4934-9983-93E5550D5B89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FE5CD90-9FF2-D17C-5F06-08D667551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2CC1DFA-7009-DA90-A486-EB79976A7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270-18BC-4B91-B136-4B7A83D0AD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37363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0B752-8ED5-33E2-C2ED-3B395F7D6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E09B455-1F35-7F2A-45EF-1E9944480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8335-729A-4934-9983-93E5550D5B89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7BECD7-8B46-10A2-9517-4779B88C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1E792E-000A-47C2-E660-6C5F1D76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270-18BC-4B91-B136-4B7A83D0AD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81243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756BD8D-6531-E1CD-EF75-0D915AD5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8335-729A-4934-9983-93E5550D5B89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D3FCA5E-EBA3-4B2F-E5B3-E6A162C7C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B81E45-EFE6-E7F5-ED6B-6AB38E63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270-18BC-4B91-B136-4B7A83D0AD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81130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60337-5C86-2898-2D81-BC92258B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0C76C1-AB4C-30BF-D76E-DEF13C129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12F5EB-8F9D-0FAF-93AA-34D1743DC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6A3B52-C8AD-3FCB-D8E3-63A482AFB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8335-729A-4934-9983-93E5550D5B89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C929D7-76F2-7668-7767-B96C5A71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24BD9F-F613-4717-3A0D-86DAACCE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270-18BC-4B91-B136-4B7A83D0AD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2147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DA0ADA-AB75-60DC-6190-AAC0780B0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084A46B-8685-89A5-D1F6-98130E916B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C78A1A-E877-A597-E7A5-0A74938D3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DC662-44AF-5045-6E91-DC5807DEB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8335-729A-4934-9983-93E5550D5B89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91321A-840E-19A9-5DA7-8C11EEB90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DE5F52-59A9-B2D3-44C4-850DF56F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270-18BC-4B91-B136-4B7A83D0AD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44797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64F78-D304-5278-5736-8628660EB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85E43D7-3D21-148D-7B80-044B775DB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DF1CE6-A679-3861-1EF9-09A132F6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8335-729A-4934-9983-93E5550D5B89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6D731-4DEE-9611-0AA8-A9EBC28B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C49C62-46CE-08B3-61D8-445DDBD1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270-18BC-4B91-B136-4B7A83D0AD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03617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4C4AB9-2AF6-E2A0-94F0-77286305AB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2AC03E-0293-CD28-A635-C008EF043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A0425F-7C2C-C3A1-2365-9DB55CFD6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8335-729A-4934-9983-93E5550D5B89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FF173C-D7B5-F9AD-2967-B70A546D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739FA5-033A-5172-262F-7DDD66B8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270-18BC-4B91-B136-4B7A83D0AD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91291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vertical y text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3">
            <a:extLst>
              <a:ext uri="{FF2B5EF4-FFF2-40B4-BE49-F238E27FC236}">
                <a16:creationId xmlns:a16="http://schemas.microsoft.com/office/drawing/2014/main" id="{43EC68E3-BE45-EB99-3F0B-EDB3996AAD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1736F79-D1CA-AD55-933F-29A9DD7A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63" y="2875002"/>
            <a:ext cx="2972951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D1E14C57-D1D3-8704-FC61-3601EF8C6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67451" y="2046769"/>
            <a:ext cx="4129086" cy="275613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sz="19900">
                <a:solidFill>
                  <a:schemeClr val="bg1"/>
                </a:solidFill>
                <a:latin typeface="Rockwell" panose="02060603020205020403" pitchFamily="18" charset="77"/>
              </a:defRPr>
            </a:lvl1pPr>
            <a:lvl2pPr marL="341940" indent="0" algn="r">
              <a:buNone/>
              <a:defRPr>
                <a:solidFill>
                  <a:schemeClr val="bg1"/>
                </a:solidFill>
              </a:defRPr>
            </a:lvl2pPr>
            <a:lvl3pPr marL="683880" indent="0" algn="r">
              <a:buNone/>
              <a:defRPr>
                <a:solidFill>
                  <a:schemeClr val="bg1"/>
                </a:solidFill>
              </a:defRPr>
            </a:lvl3pPr>
            <a:lvl4pPr marL="1025820" indent="0" algn="r">
              <a:buNone/>
              <a:defRPr>
                <a:solidFill>
                  <a:schemeClr val="bg1"/>
                </a:solidFill>
              </a:defRPr>
            </a:lvl4pPr>
            <a:lvl5pPr marL="1367759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00</a:t>
            </a:r>
            <a:endParaRPr lang="es-ES_tradnl" dirty="0"/>
          </a:p>
        </p:txBody>
      </p:sp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083E315C-F913-9344-1CBB-FC6BADF40D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3A753F1-5B86-6781-01B7-31B0971B784B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DF25F31-1ECE-35CB-ED0A-1EC85077F8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8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vertical y tex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3">
            <a:extLst>
              <a:ext uri="{FF2B5EF4-FFF2-40B4-BE49-F238E27FC236}">
                <a16:creationId xmlns:a16="http://schemas.microsoft.com/office/drawing/2014/main" id="{43EC68E3-BE45-EB99-3F0B-EDB3996AAD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1736F79-D1CA-AD55-933F-29A9DD7A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64" y="2875002"/>
            <a:ext cx="2941420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D1E14C57-D1D3-8704-FC61-3601EF8C6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67451" y="2046769"/>
            <a:ext cx="4129086" cy="275613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sz="19900">
                <a:solidFill>
                  <a:schemeClr val="tx2"/>
                </a:solidFill>
                <a:latin typeface="Rockwell" panose="02060603020205020403" pitchFamily="18" charset="77"/>
              </a:defRPr>
            </a:lvl1pPr>
            <a:lvl2pPr marL="341940" indent="0" algn="r">
              <a:buNone/>
              <a:defRPr>
                <a:solidFill>
                  <a:schemeClr val="bg1"/>
                </a:solidFill>
              </a:defRPr>
            </a:lvl2pPr>
            <a:lvl3pPr marL="683880" indent="0" algn="r">
              <a:buNone/>
              <a:defRPr>
                <a:solidFill>
                  <a:schemeClr val="bg1"/>
                </a:solidFill>
              </a:defRPr>
            </a:lvl3pPr>
            <a:lvl4pPr marL="1025820" indent="0" algn="r">
              <a:buNone/>
              <a:defRPr>
                <a:solidFill>
                  <a:schemeClr val="bg1"/>
                </a:solidFill>
              </a:defRPr>
            </a:lvl4pPr>
            <a:lvl5pPr marL="1367759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00</a:t>
            </a:r>
            <a:endParaRPr lang="es-ES_tradn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CB3835E-31B4-682D-7FE3-CB962C4FB45F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AF1588F-A691-8DE0-BBFF-98F8E2A1F9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92CCD5FA-34D4-19C8-9DEF-0A9666D5F9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891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ítulo vertical y tex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3">
            <a:extLst>
              <a:ext uri="{FF2B5EF4-FFF2-40B4-BE49-F238E27FC236}">
                <a16:creationId xmlns:a16="http://schemas.microsoft.com/office/drawing/2014/main" id="{43EC68E3-BE45-EB99-3F0B-EDB3996AAD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1736F79-D1CA-AD55-933F-29A9DD7A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64" y="2875002"/>
            <a:ext cx="2951930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D1E14C57-D1D3-8704-FC61-3601EF8C6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67451" y="2046769"/>
            <a:ext cx="4129086" cy="275613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sz="19900">
                <a:solidFill>
                  <a:schemeClr val="bg1"/>
                </a:solidFill>
                <a:latin typeface="Rockwell" panose="02060603020205020403" pitchFamily="18" charset="77"/>
              </a:defRPr>
            </a:lvl1pPr>
            <a:lvl2pPr marL="341940" indent="0" algn="r">
              <a:buNone/>
              <a:defRPr>
                <a:solidFill>
                  <a:schemeClr val="bg1"/>
                </a:solidFill>
              </a:defRPr>
            </a:lvl2pPr>
            <a:lvl3pPr marL="683880" indent="0" algn="r">
              <a:buNone/>
              <a:defRPr>
                <a:solidFill>
                  <a:schemeClr val="bg1"/>
                </a:solidFill>
              </a:defRPr>
            </a:lvl3pPr>
            <a:lvl4pPr marL="1025820" indent="0" algn="r">
              <a:buNone/>
              <a:defRPr>
                <a:solidFill>
                  <a:schemeClr val="bg1"/>
                </a:solidFill>
              </a:defRPr>
            </a:lvl4pPr>
            <a:lvl5pPr marL="1367759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00</a:t>
            </a:r>
            <a:endParaRPr lang="es-ES_tradnl"/>
          </a:p>
        </p:txBody>
      </p:sp>
      <p:sp>
        <p:nvSpPr>
          <p:cNvPr id="7" name="Marcador de número de diapositiva 1">
            <a:extLst>
              <a:ext uri="{FF2B5EF4-FFF2-40B4-BE49-F238E27FC236}">
                <a16:creationId xmlns:a16="http://schemas.microsoft.com/office/drawing/2014/main" id="{36B8277F-9DF3-E161-A5A6-9B4C1427F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A021FBA-017F-5257-5185-13D1A3911DE3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C0A2E8E-AF94-DDE9-B4DB-289BDB374C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ítulo vertical y tex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3">
            <a:extLst>
              <a:ext uri="{FF2B5EF4-FFF2-40B4-BE49-F238E27FC236}">
                <a16:creationId xmlns:a16="http://schemas.microsoft.com/office/drawing/2014/main" id="{43EC68E3-BE45-EB99-3F0B-EDB3996AAD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1736F79-D1CA-AD55-933F-29A9DD7A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64" y="2875002"/>
            <a:ext cx="2951930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4" name="Marcador de texto vertical 23">
            <a:extLst>
              <a:ext uri="{FF2B5EF4-FFF2-40B4-BE49-F238E27FC236}">
                <a16:creationId xmlns:a16="http://schemas.microsoft.com/office/drawing/2014/main" id="{8685D1FF-F973-8A37-57C9-44C062960314}"/>
              </a:ext>
            </a:extLst>
          </p:cNvPr>
          <p:cNvSpPr>
            <a:spLocks noGrp="1"/>
          </p:cNvSpPr>
          <p:nvPr>
            <p:ph type="body" orient="vert" sz="quarter" idx="15" hasCustomPrompt="1"/>
          </p:nvPr>
        </p:nvSpPr>
        <p:spPr>
          <a:xfrm rot="10800000">
            <a:off x="5593087" y="445489"/>
            <a:ext cx="1038746" cy="5973148"/>
          </a:xfrm>
          <a:prstGeom prst="rect">
            <a:avLst/>
          </a:prstGeom>
        </p:spPr>
        <p:txBody>
          <a:bodyPr vert="vert" wrap="square" lIns="0" tIns="0" rIns="0" bIns="0">
            <a:spAutoFit/>
          </a:bodyPr>
          <a:lstStyle>
            <a:lvl1pPr marL="0" indent="0">
              <a:buNone/>
              <a:defRPr sz="7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1940" indent="0">
              <a:buNone/>
              <a:defRPr sz="7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683880" indent="0">
              <a:buNone/>
              <a:defRPr sz="7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025820" indent="0">
              <a:buNone/>
              <a:defRPr sz="7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1113" indent="0" algn="l">
              <a:buNone/>
              <a:tabLst/>
              <a:defRPr sz="7500">
                <a:solidFill>
                  <a:schemeClr val="bg1"/>
                </a:solidFill>
                <a:latin typeface="Rockwell" panose="02060603020205020403" pitchFamily="18" charset="77"/>
                <a:cs typeface="Times New Roman" panose="02020603050405020304" pitchFamily="18" charset="0"/>
              </a:defRPr>
            </a:lvl5pPr>
          </a:lstStyle>
          <a:p>
            <a:pPr lvl="4"/>
            <a:r>
              <a:rPr lang="es-ES_tradnl" dirty="0"/>
              <a:t>CAPÍTULO 00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D4CE7AD3-3E9B-8EA1-6BE9-468C2F08E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B631DD1-D875-4291-939E-6163F70F608C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4869BF-670D-FAA1-7E83-EB2B31D7BB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2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ítulo vertical y text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3">
            <a:extLst>
              <a:ext uri="{FF2B5EF4-FFF2-40B4-BE49-F238E27FC236}">
                <a16:creationId xmlns:a16="http://schemas.microsoft.com/office/drawing/2014/main" id="{43EC68E3-BE45-EB99-3F0B-EDB3996AAD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1736F79-D1CA-AD55-933F-29A9DD7A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64" y="2875002"/>
            <a:ext cx="2951930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D4CE7AD3-3E9B-8EA1-6BE9-468C2F08E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B631DD1-D875-4291-939E-6163F70F608C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4869BF-670D-FAA1-7E83-EB2B31D7BB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  <p:sp>
        <p:nvSpPr>
          <p:cNvPr id="5" name="Marcador de texto vertical 23">
            <a:extLst>
              <a:ext uri="{FF2B5EF4-FFF2-40B4-BE49-F238E27FC236}">
                <a16:creationId xmlns:a16="http://schemas.microsoft.com/office/drawing/2014/main" id="{A31BBFA4-AB2F-097F-47BA-A793D3789ED6}"/>
              </a:ext>
            </a:extLst>
          </p:cNvPr>
          <p:cNvSpPr>
            <a:spLocks noGrp="1"/>
          </p:cNvSpPr>
          <p:nvPr>
            <p:ph type="body" orient="vert" sz="quarter" idx="15" hasCustomPrompt="1"/>
          </p:nvPr>
        </p:nvSpPr>
        <p:spPr>
          <a:xfrm rot="10800000">
            <a:off x="5593087" y="445489"/>
            <a:ext cx="1038746" cy="5973148"/>
          </a:xfrm>
          <a:prstGeom prst="rect">
            <a:avLst/>
          </a:prstGeom>
        </p:spPr>
        <p:txBody>
          <a:bodyPr vert="vert" wrap="square" lIns="0" tIns="0" rIns="0" bIns="0">
            <a:spAutoFit/>
          </a:bodyPr>
          <a:lstStyle>
            <a:lvl1pPr marL="0" indent="0">
              <a:buNone/>
              <a:defRPr sz="7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1940" indent="0">
              <a:buNone/>
              <a:defRPr sz="7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683880" indent="0">
              <a:buNone/>
              <a:defRPr sz="7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025820" indent="0">
              <a:buNone/>
              <a:defRPr sz="7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1113" indent="0" algn="l">
              <a:buNone/>
              <a:tabLst/>
              <a:defRPr sz="7500">
                <a:solidFill>
                  <a:schemeClr val="bg1"/>
                </a:solidFill>
                <a:latin typeface="Rockwell" panose="02060603020205020403" pitchFamily="18" charset="77"/>
                <a:cs typeface="Times New Roman" panose="02020603050405020304" pitchFamily="18" charset="0"/>
              </a:defRPr>
            </a:lvl5pPr>
          </a:lstStyle>
          <a:p>
            <a:pPr lvl="4"/>
            <a:r>
              <a:rPr lang="es-ES_tradnl" dirty="0"/>
              <a:t>CAPÍTULO 00</a:t>
            </a:r>
          </a:p>
        </p:txBody>
      </p:sp>
    </p:spTree>
    <p:extLst>
      <p:ext uri="{BB962C8B-B14F-4D97-AF65-F5344CB8AC3E}">
        <p14:creationId xmlns:p14="http://schemas.microsoft.com/office/powerpoint/2010/main" val="53406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ítulo Capitulo y foto 1/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3">
            <a:extLst>
              <a:ext uri="{FF2B5EF4-FFF2-40B4-BE49-F238E27FC236}">
                <a16:creationId xmlns:a16="http://schemas.microsoft.com/office/drawing/2014/main" id="{43EC68E3-BE45-EB99-3F0B-EDB3996AAD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1736F79-D1CA-AD55-933F-29A9DD7A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64" y="2875002"/>
            <a:ext cx="2951930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2BA5D379-5E0B-8C27-566C-18E15CCC1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74209F6-7ACC-A8A7-65A2-9843AF80473A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A89FE28-0D9C-9514-EFB2-B08B82BC26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  <p:sp>
        <p:nvSpPr>
          <p:cNvPr id="7" name="Marcador de posición de imagen 4">
            <a:extLst>
              <a:ext uri="{FF2B5EF4-FFF2-40B4-BE49-F238E27FC236}">
                <a16:creationId xmlns:a16="http://schemas.microsoft.com/office/drawing/2014/main" id="{2C5C1AD0-3907-2381-A9B7-0A04AE6FF2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11" name="Marcador de texto vertical 3">
            <a:extLst>
              <a:ext uri="{FF2B5EF4-FFF2-40B4-BE49-F238E27FC236}">
                <a16:creationId xmlns:a16="http://schemas.microsoft.com/office/drawing/2014/main" id="{8DFDCA3C-E076-4C48-69E1-F6284807D9D6}"/>
              </a:ext>
            </a:extLst>
          </p:cNvPr>
          <p:cNvSpPr>
            <a:spLocks noGrp="1"/>
          </p:cNvSpPr>
          <p:nvPr>
            <p:ph type="body" orient="vert" sz="quarter" idx="15" hasCustomPrompt="1"/>
          </p:nvPr>
        </p:nvSpPr>
        <p:spPr>
          <a:xfrm rot="16200000">
            <a:off x="1698392" y="241068"/>
            <a:ext cx="914400" cy="3352333"/>
          </a:xfrm>
          <a:prstGeom prst="rect">
            <a:avLst/>
          </a:prstGeom>
        </p:spPr>
        <p:txBody>
          <a:bodyPr vert="vert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ES_tradnl" sz="4000" dirty="0">
                <a:latin typeface="Rockwell" panose="02060603020205020403" pitchFamily="18" charset="77"/>
              </a:rPr>
              <a:t>CAPÍTULO 01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9541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ítulo vertical y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D5C9FCFE-A0C3-4D41-FC61-2BCE5907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1605585"/>
            <a:ext cx="3186443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B7D8FA-0158-DABA-4D55-23B2E53047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734" y="3257022"/>
            <a:ext cx="11242841" cy="1255728"/>
          </a:xfrm>
          <a:prstGeom prst="rect">
            <a:avLst/>
          </a:prstGeom>
        </p:spPr>
        <p:txBody>
          <a:bodyPr wrap="square" lIns="0" tIns="0" rIns="0" bIns="0" numCol="2" spcCol="828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 typeface="+mj-lt"/>
              <a:buNone/>
              <a:tabLst/>
              <a:defRPr sz="1400" b="1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58CEBB2-0218-FB59-C1A6-1552BEDA846C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E6C1BB-35B1-BDB2-BC55-3BEF34852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0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ítulo vertical y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D5C9FCFE-A0C3-4D41-FC61-2BCE5907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1605585"/>
            <a:ext cx="3186443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B7D8FA-0158-DABA-4D55-23B2E53047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734" y="3257022"/>
            <a:ext cx="11242841" cy="1255728"/>
          </a:xfrm>
          <a:prstGeom prst="rect">
            <a:avLst/>
          </a:prstGeom>
        </p:spPr>
        <p:txBody>
          <a:bodyPr wrap="square" lIns="0" tIns="0" rIns="0" bIns="0" numCol="3" spcCol="828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 typeface="+mj-lt"/>
              <a:buNone/>
              <a:tabLst/>
              <a:defRPr sz="1400" b="1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13B5B37-8CCE-D78F-26A5-7CE1F887309F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78450B-4EAB-9A5B-D0A3-5BA4AF6A1B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90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ítulo vertical y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D5C9FCFE-A0C3-4D41-FC61-2BCE5907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1605585"/>
            <a:ext cx="3186443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B7D8FA-0158-DABA-4D55-23B2E53047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2577" y="1628163"/>
            <a:ext cx="5213828" cy="3915338"/>
          </a:xfrm>
          <a:prstGeom prst="rect">
            <a:avLst/>
          </a:prstGeom>
        </p:spPr>
        <p:txBody>
          <a:bodyPr wrap="square" lIns="0" tIns="0" rIns="0" bIns="0" numCol="1" spcCol="828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B37C324-915B-6FD1-4C20-15D5A9B48513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7402723-8292-0894-5453-BEA19D531F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ítulo vertical y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D5C9FCFE-A0C3-4D41-FC61-2BCE5907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1616874"/>
            <a:ext cx="5204156" cy="1661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B7D8FA-0158-DABA-4D55-23B2E53047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2577" y="1628163"/>
            <a:ext cx="5213828" cy="3915338"/>
          </a:xfrm>
          <a:prstGeom prst="rect">
            <a:avLst/>
          </a:prstGeom>
        </p:spPr>
        <p:txBody>
          <a:bodyPr wrap="square" lIns="0" tIns="0" rIns="0" bIns="0" numCol="1" spcCol="828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3" name="Marcador de texto 22">
            <a:extLst>
              <a:ext uri="{FF2B5EF4-FFF2-40B4-BE49-F238E27FC236}">
                <a16:creationId xmlns:a16="http://schemas.microsoft.com/office/drawing/2014/main" id="{823C9AFC-134E-9D3B-4BB9-9EE53779D6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267" y="4352389"/>
            <a:ext cx="5215445" cy="754053"/>
          </a:xfrm>
          <a:prstGeom prst="rect">
            <a:avLst/>
          </a:prstGeom>
        </p:spPr>
        <p:txBody>
          <a:bodyPr wrap="square" lIns="0" tIns="0" rIns="0" bIns="0" numCol="1" spcCol="82800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600" b="1">
                <a:solidFill>
                  <a:schemeClr val="tx2"/>
                </a:solidFill>
              </a:defRPr>
            </a:lvl1pPr>
            <a:lvl2pPr marL="11113" indent="0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2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C3C88D3-A2BD-8C39-109F-35211EC322D0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B7A06F-EE0E-B004-2CAA-5219D9E415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81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ítulo vertical y foto 1/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4">
            <a:extLst>
              <a:ext uri="{FF2B5EF4-FFF2-40B4-BE49-F238E27FC236}">
                <a16:creationId xmlns:a16="http://schemas.microsoft.com/office/drawing/2014/main" id="{FE4922AF-B8D0-2A22-3F25-FDA21F77F9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4545013"/>
            <a:ext cx="12192000" cy="2312987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B7D8FA-0158-DABA-4D55-23B2E53047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734" y="1638796"/>
            <a:ext cx="11242841" cy="1255728"/>
          </a:xfrm>
          <a:prstGeom prst="rect">
            <a:avLst/>
          </a:prstGeom>
        </p:spPr>
        <p:txBody>
          <a:bodyPr wrap="square" lIns="0" tIns="0" rIns="0" bIns="0" numCol="2" spcCol="828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 typeface="+mj-lt"/>
              <a:buNone/>
              <a:tabLst/>
              <a:defRPr sz="1400" b="1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7D7052F-4DBE-04B1-13E1-E2300F19AEC4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6688E2-D103-4CE3-4806-C29156EE80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84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ubtítulo vertical y foto 1/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E38A0256-C743-6F3C-924A-FA21778EF0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429001"/>
            <a:ext cx="12192000" cy="3429000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B7D8FA-0158-DABA-4D55-23B2E53047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2577" y="1628163"/>
            <a:ext cx="5213828" cy="1329526"/>
          </a:xfrm>
          <a:prstGeom prst="rect">
            <a:avLst/>
          </a:prstGeom>
        </p:spPr>
        <p:txBody>
          <a:bodyPr wrap="square" lIns="0" tIns="0" rIns="0" bIns="0" numCol="1" spcCol="828000">
            <a:no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4" name="Marcador de texto 22">
            <a:extLst>
              <a:ext uri="{FF2B5EF4-FFF2-40B4-BE49-F238E27FC236}">
                <a16:creationId xmlns:a16="http://schemas.microsoft.com/office/drawing/2014/main" id="{D0F56382-798E-3287-6D4E-029F1346F4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6884" y="1560665"/>
            <a:ext cx="5213828" cy="1329526"/>
          </a:xfrm>
          <a:prstGeom prst="rect">
            <a:avLst/>
          </a:prstGeom>
        </p:spPr>
        <p:txBody>
          <a:bodyPr wrap="square" lIns="0" tIns="0" rIns="0" bIns="0" numCol="1" spcCol="828000">
            <a:noAutofit/>
          </a:bodyPr>
          <a:lstStyle>
            <a:lvl1pPr marL="0" indent="0">
              <a:lnSpc>
                <a:spcPct val="110000"/>
              </a:lnSpc>
              <a:spcBef>
                <a:spcPts val="1800"/>
              </a:spcBef>
              <a:buClr>
                <a:schemeClr val="bg2"/>
              </a:buClr>
              <a:buFont typeface="+mj-lt"/>
              <a:buNone/>
              <a:tabLst/>
              <a:defRPr sz="2000" b="1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800"/>
              </a:spcBef>
              <a:buClr>
                <a:schemeClr val="bg2"/>
              </a:buClr>
              <a:buFont typeface="+mj-lt"/>
              <a:buNone/>
              <a:tabLst/>
              <a:defRPr sz="12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84432D1-1D67-0FFB-4FFE-EAAA0ECE9DCB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3EEB973-496A-2CBA-821C-A46F46F458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9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ítulo vertical y text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Marcador de texto 22">
            <a:extLst>
              <a:ext uri="{FF2B5EF4-FFF2-40B4-BE49-F238E27FC236}">
                <a16:creationId xmlns:a16="http://schemas.microsoft.com/office/drawing/2014/main" id="{FBBBD18E-F2D8-2049-D20E-F6DF56826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425" y="1531203"/>
            <a:ext cx="5213828" cy="1329526"/>
          </a:xfrm>
          <a:prstGeom prst="rect">
            <a:avLst/>
          </a:prstGeom>
        </p:spPr>
        <p:txBody>
          <a:bodyPr wrap="square" lIns="0" tIns="0" rIns="0" bIns="0" numCol="1" spcCol="828000">
            <a:noAutofit/>
          </a:bodyPr>
          <a:lstStyle>
            <a:lvl1pPr marL="0" indent="0">
              <a:lnSpc>
                <a:spcPct val="110000"/>
              </a:lnSpc>
              <a:spcBef>
                <a:spcPts val="1500"/>
              </a:spcBef>
              <a:buClr>
                <a:schemeClr val="bg2"/>
              </a:buClr>
              <a:buFont typeface="+mj-lt"/>
              <a:buNone/>
              <a:tabLst/>
              <a:defRPr sz="2000" b="1">
                <a:solidFill>
                  <a:schemeClr val="bg1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5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bg1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6C56A3-2C92-C7BC-030D-BAAA5F3590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F8EF254-DC52-3B57-35A6-A6BF54317A45}"/>
              </a:ext>
            </a:extLst>
          </p:cNvPr>
          <p:cNvSpPr txBox="1"/>
          <p:nvPr userDrawn="1"/>
        </p:nvSpPr>
        <p:spPr>
          <a:xfrm>
            <a:off x="12327875" y="352540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000"/>
              </a:lnSpc>
            </a:pPr>
            <a:endParaRPr lang="es-ES" sz="1400" b="1" dirty="0">
              <a:solidFill>
                <a:schemeClr val="bg1"/>
              </a:solidFill>
              <a:latin typeface="Arial" panose="020B0604020202020204" pitchFamily="34" charset="0"/>
              <a:ea typeface="Arimo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CF41BCF-B1AB-4771-4EA4-A2401FC78830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</p:spTree>
    <p:extLst>
      <p:ext uri="{BB962C8B-B14F-4D97-AF65-F5344CB8AC3E}">
        <p14:creationId xmlns:p14="http://schemas.microsoft.com/office/powerpoint/2010/main" val="212524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ítulo vertical y tex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8" name="Marcador de texto 22">
            <a:extLst>
              <a:ext uri="{FF2B5EF4-FFF2-40B4-BE49-F238E27FC236}">
                <a16:creationId xmlns:a16="http://schemas.microsoft.com/office/drawing/2014/main" id="{F32745D5-D895-0232-115B-4E467213EA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19804" y="2908795"/>
            <a:ext cx="3182264" cy="1904858"/>
          </a:xfrm>
          <a:prstGeom prst="rect">
            <a:avLst/>
          </a:prstGeom>
        </p:spPr>
        <p:txBody>
          <a:bodyPr wrap="square" lIns="0" tIns="0" rIns="0" bIns="0" numCol="1" spcCol="8280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bg1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bg1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C7EFBCB-D13A-C5C6-D15C-B037D432BC5F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7264FC-9F0F-0C57-58E8-41CC4AFD80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2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ítulo vertical y tex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ítulo 20">
            <a:extLst>
              <a:ext uri="{FF2B5EF4-FFF2-40B4-BE49-F238E27FC236}">
                <a16:creationId xmlns:a16="http://schemas.microsoft.com/office/drawing/2014/main" id="{41028634-D3BE-6210-9415-C74FA359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1842030"/>
            <a:ext cx="723157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724C5BF5-73AF-740D-A24C-59A98C6EC4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267" y="4352389"/>
            <a:ext cx="5215445" cy="754053"/>
          </a:xfrm>
          <a:prstGeom prst="rect">
            <a:avLst/>
          </a:prstGeom>
        </p:spPr>
        <p:txBody>
          <a:bodyPr wrap="square" lIns="0" tIns="0" rIns="0" bIns="0" numCol="1" spcCol="82800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600" b="1">
                <a:solidFill>
                  <a:schemeClr val="bg1"/>
                </a:solidFill>
              </a:defRPr>
            </a:lvl1pPr>
            <a:lvl2pPr marL="11113" indent="0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200" b="0">
                <a:solidFill>
                  <a:schemeClr val="bg1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1813003-1FA1-7D9C-4319-F89BC7980967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D8EE11-5F20-A712-A61C-12400FB558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67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ítulo vertical y text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ítulo 20">
            <a:extLst>
              <a:ext uri="{FF2B5EF4-FFF2-40B4-BE49-F238E27FC236}">
                <a16:creationId xmlns:a16="http://schemas.microsoft.com/office/drawing/2014/main" id="{41028634-D3BE-6210-9415-C74FA359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2027327"/>
            <a:ext cx="7231570" cy="316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12000"/>
              </a:lnSpc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4" name="Marcador de texto 22">
            <a:extLst>
              <a:ext uri="{FF2B5EF4-FFF2-40B4-BE49-F238E27FC236}">
                <a16:creationId xmlns:a16="http://schemas.microsoft.com/office/drawing/2014/main" id="{9D58F7C1-9626-7791-5992-9AAE7138EF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267" y="4352389"/>
            <a:ext cx="5215445" cy="754053"/>
          </a:xfrm>
          <a:prstGeom prst="rect">
            <a:avLst/>
          </a:prstGeom>
        </p:spPr>
        <p:txBody>
          <a:bodyPr wrap="square" lIns="0" tIns="0" rIns="0" bIns="0" numCol="1" spcCol="82800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600" b="1">
                <a:solidFill>
                  <a:schemeClr val="bg1"/>
                </a:solidFill>
              </a:defRPr>
            </a:lvl1pPr>
            <a:lvl2pPr marL="11113" indent="0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200" b="0">
                <a:solidFill>
                  <a:schemeClr val="bg1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7F2DD1-C217-1746-9F51-8B82163252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08E02E4-F375-BAEF-BB37-8697305D77C2}"/>
              </a:ext>
            </a:extLst>
          </p:cNvPr>
          <p:cNvSpPr txBox="1"/>
          <p:nvPr userDrawn="1"/>
        </p:nvSpPr>
        <p:spPr>
          <a:xfrm rot="16200000">
            <a:off x="8048146" y="2300515"/>
            <a:ext cx="6122471" cy="2210989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r>
              <a:rPr lang="es-ES" sz="13800" dirty="0">
                <a:solidFill>
                  <a:schemeClr val="bg2"/>
                </a:solidFill>
                <a:latin typeface="Rockwell" panose="02060603020205020403" pitchFamily="18" charset="77"/>
                <a:ea typeface="Arimo" panose="020B0604020202020204" pitchFamily="34" charset="0"/>
                <a:cs typeface="Times New Roman" panose="02020603050405020304" pitchFamily="18" charset="0"/>
              </a:rPr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73566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ítulo vertical y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ítulo 20">
            <a:extLst>
              <a:ext uri="{FF2B5EF4-FFF2-40B4-BE49-F238E27FC236}">
                <a16:creationId xmlns:a16="http://schemas.microsoft.com/office/drawing/2014/main" id="{41028634-D3BE-6210-9415-C74FA359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2027327"/>
            <a:ext cx="7231570" cy="316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12000"/>
              </a:lnSpc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7" name="Marcador de texto 22">
            <a:extLst>
              <a:ext uri="{FF2B5EF4-FFF2-40B4-BE49-F238E27FC236}">
                <a16:creationId xmlns:a16="http://schemas.microsoft.com/office/drawing/2014/main" id="{1E96CE1B-C873-47EE-23D0-C00FF3F433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267" y="4352389"/>
            <a:ext cx="5215445" cy="754053"/>
          </a:xfrm>
          <a:prstGeom prst="rect">
            <a:avLst/>
          </a:prstGeom>
        </p:spPr>
        <p:txBody>
          <a:bodyPr wrap="square" lIns="0" tIns="0" rIns="0" bIns="0" numCol="1" spcCol="82800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600" b="1">
                <a:solidFill>
                  <a:schemeClr val="tx2"/>
                </a:solidFill>
              </a:defRPr>
            </a:lvl1pPr>
            <a:lvl2pPr marL="11113" indent="0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+mj-lt"/>
              <a:buNone/>
              <a:tabLst/>
              <a:defRPr sz="12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978324-8C4F-5C8F-3F2E-1B84C6214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F139208-C954-4604-CAB6-B086A36ED92C}"/>
              </a:ext>
            </a:extLst>
          </p:cNvPr>
          <p:cNvSpPr txBox="1"/>
          <p:nvPr userDrawn="1"/>
        </p:nvSpPr>
        <p:spPr>
          <a:xfrm rot="16200000">
            <a:off x="8048146" y="2300515"/>
            <a:ext cx="6122471" cy="2210989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r>
              <a:rPr lang="es-ES" sz="13800" dirty="0">
                <a:solidFill>
                  <a:schemeClr val="bg2"/>
                </a:solidFill>
                <a:latin typeface="Rockwell" panose="02060603020205020403" pitchFamily="18" charset="77"/>
                <a:ea typeface="Arimo" panose="020B0604020202020204" pitchFamily="34" charset="0"/>
                <a:cs typeface="Times New Roman" panose="02020603050405020304" pitchFamily="18" charset="0"/>
              </a:rPr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392017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ítulo vertical y tex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ítulo 20">
            <a:extLst>
              <a:ext uri="{FF2B5EF4-FFF2-40B4-BE49-F238E27FC236}">
                <a16:creationId xmlns:a16="http://schemas.microsoft.com/office/drawing/2014/main" id="{41028634-D3BE-6210-9415-C74FA359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2875002"/>
            <a:ext cx="8023732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9D2E245-EE91-9006-5E94-2920ACA613B1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00887C-9E33-37F8-75AA-E5A7ED4995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9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ítulo vertical y text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ítulo 20">
            <a:extLst>
              <a:ext uri="{FF2B5EF4-FFF2-40B4-BE49-F238E27FC236}">
                <a16:creationId xmlns:a16="http://schemas.microsoft.com/office/drawing/2014/main" id="{41028634-D3BE-6210-9415-C74FA359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2875002"/>
            <a:ext cx="8023732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0362ADC-1D71-F31F-9E29-0A82801B4696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A60301-CAD8-B4F6-78C6-D9F88F1E73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9002"/>
            <a:ext cx="1006181" cy="2874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11323E9-B1CE-1EE1-C970-4B3D24562B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8957" y="631402"/>
            <a:ext cx="1006181" cy="28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9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ítulo vertical y tex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ítulo 20">
            <a:extLst>
              <a:ext uri="{FF2B5EF4-FFF2-40B4-BE49-F238E27FC236}">
                <a16:creationId xmlns:a16="http://schemas.microsoft.com/office/drawing/2014/main" id="{41028634-D3BE-6210-9415-C74FA359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2875002"/>
            <a:ext cx="8023732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C242B22-9321-4FB4-452C-2F411AAFFC7E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C235C2-12A8-AA22-32EA-07DFAA8C40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7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ítulo vertical y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3" name="Marcador de texto 22">
            <a:extLst>
              <a:ext uri="{FF2B5EF4-FFF2-40B4-BE49-F238E27FC236}">
                <a16:creationId xmlns:a16="http://schemas.microsoft.com/office/drawing/2014/main" id="{FBBBD18E-F2D8-2049-D20E-F6DF56826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6884" y="1565939"/>
            <a:ext cx="3196116" cy="1329526"/>
          </a:xfrm>
          <a:prstGeom prst="rect">
            <a:avLst/>
          </a:prstGeom>
        </p:spPr>
        <p:txBody>
          <a:bodyPr wrap="square" lIns="0" tIns="0" rIns="0" bIns="0" numCol="1" spcCol="828000">
            <a:noAutofit/>
          </a:bodyPr>
          <a:lstStyle>
            <a:lvl1pPr marL="0" indent="0">
              <a:lnSpc>
                <a:spcPct val="110000"/>
              </a:lnSpc>
              <a:spcBef>
                <a:spcPts val="1500"/>
              </a:spcBef>
              <a:buClr>
                <a:schemeClr val="bg2"/>
              </a:buClr>
              <a:buFont typeface="+mj-lt"/>
              <a:buNone/>
              <a:tabLst/>
              <a:defRPr sz="2000" b="1">
                <a:solidFill>
                  <a:schemeClr val="tx2"/>
                </a:solidFill>
              </a:defRPr>
            </a:lvl1pPr>
            <a:lvl2pPr marL="11113" indent="0">
              <a:lnSpc>
                <a:spcPct val="110000"/>
              </a:lnSpc>
              <a:spcBef>
                <a:spcPts val="15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2pPr>
            <a:lvl3pPr marL="403225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3pPr>
            <a:lvl4pPr marL="7635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4pPr>
            <a:lvl5pPr marL="1157288" indent="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AD7C6C81-17AD-960A-77FB-865660D6344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6729" y="1707588"/>
            <a:ext cx="4483100" cy="91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 b="1">
                <a:solidFill>
                  <a:schemeClr val="tx2"/>
                </a:solidFill>
              </a:defRPr>
            </a:lvl1pPr>
            <a:lvl2pPr marL="341940" indent="0">
              <a:buNone/>
              <a:defRPr sz="1050" b="1">
                <a:solidFill>
                  <a:schemeClr val="tx2"/>
                </a:solidFill>
              </a:defRPr>
            </a:lvl2pPr>
            <a:lvl3pPr marL="683880" indent="0">
              <a:buNone/>
              <a:defRPr sz="1050" b="1">
                <a:solidFill>
                  <a:schemeClr val="tx2"/>
                </a:solidFill>
              </a:defRPr>
            </a:lvl3pPr>
            <a:lvl4pPr marL="1025820" indent="0">
              <a:buNone/>
              <a:defRPr sz="1050" b="1">
                <a:solidFill>
                  <a:schemeClr val="tx2"/>
                </a:solidFill>
              </a:defRPr>
            </a:lvl4pPr>
            <a:lvl5pPr marL="1367759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BA98543-E58B-5F18-3555-FE4B5C3B3803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CFBD69-5BBE-373F-B86D-83E675C885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91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ítulo vertical y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8CFED28-4130-1293-CF30-2E9750DDA9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933" y="6284502"/>
            <a:ext cx="3849030" cy="134139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lnSpc>
                <a:spcPct val="12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34194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2pPr>
            <a:lvl3pPr marL="68388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3pPr>
            <a:lvl4pPr marL="1025820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4pPr>
            <a:lvl5pPr marL="1367759" indent="0">
              <a:lnSpc>
                <a:spcPct val="120000"/>
              </a:lnSpc>
              <a:buNone/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C460F6EB-7CD8-C6CB-247F-7486FF08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  <p:sp>
        <p:nvSpPr>
          <p:cNvPr id="11" name="Título 20">
            <a:extLst>
              <a:ext uri="{FF2B5EF4-FFF2-40B4-BE49-F238E27FC236}">
                <a16:creationId xmlns:a16="http://schemas.microsoft.com/office/drawing/2014/main" id="{1E14645D-32B5-1934-A6E3-37E1CB99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1598211"/>
            <a:ext cx="72315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0A4D677-2C73-59BC-38FF-02B6D8B0C15D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700B4D-BF87-E507-69F2-0DEEE2AC59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557" y="476251"/>
            <a:ext cx="1015810" cy="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5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FIna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C07AB41D-27F2-8C6F-B4F0-8FEB99BA2A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08999" y="3192886"/>
            <a:ext cx="3203575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341940" indent="0">
              <a:buNone/>
              <a:defRPr sz="1600">
                <a:solidFill>
                  <a:schemeClr val="bg1"/>
                </a:solidFill>
              </a:defRPr>
            </a:lvl2pPr>
            <a:lvl3pPr marL="683880" indent="0">
              <a:buNone/>
              <a:defRPr sz="1600">
                <a:solidFill>
                  <a:schemeClr val="bg1"/>
                </a:solidFill>
              </a:defRPr>
            </a:lvl3pPr>
            <a:lvl4pPr marL="1025820" indent="0">
              <a:buNone/>
              <a:defRPr sz="1600">
                <a:solidFill>
                  <a:schemeClr val="bg1"/>
                </a:solidFill>
              </a:defRPr>
            </a:lvl4pPr>
            <a:lvl5pPr marL="1367759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C692080E-8242-E68C-F9BD-4F938F3DBE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8017" y="6157302"/>
            <a:ext cx="2063323" cy="24622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buNone/>
              <a:defRPr sz="1600">
                <a:solidFill>
                  <a:schemeClr val="bg1"/>
                </a:solidFill>
              </a:defRPr>
            </a:lvl2pPr>
            <a:lvl3pPr marL="683880" indent="0">
              <a:buNone/>
              <a:defRPr sz="1600">
                <a:solidFill>
                  <a:schemeClr val="bg1"/>
                </a:solidFill>
              </a:defRPr>
            </a:lvl3pPr>
            <a:lvl4pPr marL="1025820" indent="0">
              <a:buNone/>
              <a:defRPr sz="1600">
                <a:solidFill>
                  <a:schemeClr val="bg1"/>
                </a:solidFill>
              </a:defRPr>
            </a:lvl4pPr>
            <a:lvl5pPr marL="1367759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4E18CADF-3D76-DAF9-DAEB-E11295C91D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28477" y="6157302"/>
            <a:ext cx="2063323" cy="24622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bg1"/>
                </a:solidFill>
              </a:defRPr>
            </a:lvl1pPr>
            <a:lvl2pPr marL="341940" indent="0">
              <a:buNone/>
              <a:defRPr sz="1600">
                <a:solidFill>
                  <a:schemeClr val="bg1"/>
                </a:solidFill>
              </a:defRPr>
            </a:lvl2pPr>
            <a:lvl3pPr marL="683880" indent="0">
              <a:buNone/>
              <a:defRPr sz="1600">
                <a:solidFill>
                  <a:schemeClr val="bg1"/>
                </a:solidFill>
              </a:defRPr>
            </a:lvl3pPr>
            <a:lvl4pPr marL="1025820" indent="0">
              <a:buNone/>
              <a:defRPr sz="1600">
                <a:solidFill>
                  <a:schemeClr val="bg1"/>
                </a:solidFill>
              </a:defRPr>
            </a:lvl4pPr>
            <a:lvl5pPr marL="1367759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AE5FE5E-4970-13F6-544E-B839A22A9311}"/>
              </a:ext>
            </a:extLst>
          </p:cNvPr>
          <p:cNvSpPr txBox="1"/>
          <p:nvPr userDrawn="1"/>
        </p:nvSpPr>
        <p:spPr>
          <a:xfrm>
            <a:off x="11228294" y="479451"/>
            <a:ext cx="488110" cy="85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A797E3C-0FFB-5538-1EE2-BF27BEE8DA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8016" y="3018893"/>
            <a:ext cx="2870753" cy="82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7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1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68" r:id="rId4"/>
    <p:sldLayoutId id="2147483661" r:id="rId5"/>
    <p:sldLayoutId id="2147483692" r:id="rId6"/>
    <p:sldLayoutId id="2147483691" r:id="rId7"/>
    <p:sldLayoutId id="2147483693" r:id="rId8"/>
    <p:sldLayoutId id="2147483663" r:id="rId9"/>
    <p:sldLayoutId id="2147483713" r:id="rId10"/>
    <p:sldLayoutId id="2147483715" r:id="rId11"/>
    <p:sldLayoutId id="2147483716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4" r:id="rId18"/>
    <p:sldLayoutId id="2147483725" r:id="rId19"/>
    <p:sldLayoutId id="2147483726" r:id="rId20"/>
  </p:sldLayoutIdLst>
  <p:hf hdr="0" ftr="0" dt="0"/>
  <p:txStyles>
    <p:titleStyle>
      <a:lvl1pPr algn="l" defTabSz="683880" rtl="0" eaLnBrk="1" latinLnBrk="0" hangingPunct="1">
        <a:lnSpc>
          <a:spcPct val="90000"/>
        </a:lnSpc>
        <a:spcBef>
          <a:spcPct val="0"/>
        </a:spcBef>
        <a:buNone/>
        <a:defRPr sz="3291" b="0" i="0" kern="1200">
          <a:solidFill>
            <a:schemeClr val="tx1"/>
          </a:solidFill>
          <a:latin typeface="Arial" panose="020B0604020202020204" pitchFamily="34" charset="0"/>
          <a:ea typeface="Arimo" panose="020B0604020202020204" pitchFamily="34" charset="0"/>
          <a:cs typeface="Arial" panose="020B0604020202020204" pitchFamily="34" charset="0"/>
        </a:defRPr>
      </a:lvl1pPr>
    </p:titleStyle>
    <p:bodyStyle>
      <a:lvl1pPr marL="170970" indent="-170970" algn="l" defTabSz="683880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094" b="0" i="0" kern="1200">
          <a:solidFill>
            <a:schemeClr val="tx1"/>
          </a:solidFill>
          <a:latin typeface="Arial" panose="020B0604020202020204" pitchFamily="34" charset="0"/>
          <a:ea typeface="Arimo" panose="020B0604020202020204" pitchFamily="34" charset="0"/>
          <a:cs typeface="Arial" panose="020B0604020202020204" pitchFamily="34" charset="0"/>
        </a:defRPr>
      </a:lvl1pPr>
      <a:lvl2pPr marL="512910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5" b="0" i="0" kern="1200">
          <a:solidFill>
            <a:schemeClr val="tx1"/>
          </a:solidFill>
          <a:latin typeface="Arial" panose="020B0604020202020204" pitchFamily="34" charset="0"/>
          <a:ea typeface="Arimo" panose="020B0604020202020204" pitchFamily="34" charset="0"/>
          <a:cs typeface="Arial" panose="020B0604020202020204" pitchFamily="34" charset="0"/>
        </a:defRPr>
      </a:lvl2pPr>
      <a:lvl3pPr marL="854850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6" b="0" i="0" kern="1200">
          <a:solidFill>
            <a:schemeClr val="tx1"/>
          </a:solidFill>
          <a:latin typeface="Arial" panose="020B0604020202020204" pitchFamily="34" charset="0"/>
          <a:ea typeface="Arimo" panose="020B0604020202020204" pitchFamily="34" charset="0"/>
          <a:cs typeface="Arial" panose="020B0604020202020204" pitchFamily="34" charset="0"/>
        </a:defRPr>
      </a:lvl3pPr>
      <a:lvl4pPr marL="1196790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b="0" i="0" kern="1200">
          <a:solidFill>
            <a:schemeClr val="tx1"/>
          </a:solidFill>
          <a:latin typeface="Arial" panose="020B0604020202020204" pitchFamily="34" charset="0"/>
          <a:ea typeface="Arimo" panose="020B0604020202020204" pitchFamily="34" charset="0"/>
          <a:cs typeface="Arial" panose="020B0604020202020204" pitchFamily="34" charset="0"/>
        </a:defRPr>
      </a:lvl4pPr>
      <a:lvl5pPr marL="153872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b="0" i="0" kern="1200">
          <a:solidFill>
            <a:schemeClr val="tx1"/>
          </a:solidFill>
          <a:latin typeface="Arial" panose="020B0604020202020204" pitchFamily="34" charset="0"/>
          <a:ea typeface="Arimo" panose="020B0604020202020204" pitchFamily="34" charset="0"/>
          <a:cs typeface="Arial" panose="020B0604020202020204" pitchFamily="34" charset="0"/>
        </a:defRPr>
      </a:lvl5pPr>
      <a:lvl6pPr marL="188066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6pPr>
      <a:lvl7pPr marL="222260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7pPr>
      <a:lvl8pPr marL="256454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8pPr>
      <a:lvl9pPr marL="290648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1pPr>
      <a:lvl2pPr marL="34194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2pPr>
      <a:lvl3pPr marL="68388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3pPr>
      <a:lvl4pPr marL="102582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4pPr>
      <a:lvl5pPr marL="136776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5pPr>
      <a:lvl6pPr marL="170969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6pPr>
      <a:lvl7pPr marL="205163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7pPr>
      <a:lvl8pPr marL="239357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8pPr>
      <a:lvl9pPr marL="273551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C35EA4"/>
          </p15:clr>
        </p15:guide>
        <p15:guide id="2" orient="horz" pos="2160" userDrawn="1">
          <p15:clr>
            <a:srgbClr val="C35EA4"/>
          </p15:clr>
        </p15:guide>
        <p15:guide id="4" pos="7378" userDrawn="1">
          <p15:clr>
            <a:srgbClr val="F26B43"/>
          </p15:clr>
        </p15:guide>
        <p15:guide id="6" pos="2819" userDrawn="1">
          <p15:clr>
            <a:srgbClr val="5ACBF0"/>
          </p15:clr>
        </p15:guide>
        <p15:guide id="8" pos="3591" userDrawn="1">
          <p15:clr>
            <a:srgbClr val="9FCC3B"/>
          </p15:clr>
        </p15:guide>
        <p15:guide id="9" pos="4089" userDrawn="1">
          <p15:clr>
            <a:srgbClr val="9FCC3B"/>
          </p15:clr>
        </p15:guide>
        <p15:guide id="10" pos="4861" userDrawn="1">
          <p15:clr>
            <a:srgbClr val="5ACBF0"/>
          </p15:clr>
        </p15:guide>
        <p15:guide id="15" orient="horz" pos="300" userDrawn="1">
          <p15:clr>
            <a:srgbClr val="F26B43"/>
          </p15:clr>
        </p15:guide>
        <p15:guide id="17" orient="horz" pos="4020" userDrawn="1">
          <p15:clr>
            <a:srgbClr val="F26B43"/>
          </p15:clr>
        </p15:guide>
        <p15:guide id="18" pos="302" userDrawn="1">
          <p15:clr>
            <a:srgbClr val="F26B43"/>
          </p15:clr>
        </p15:guide>
        <p15:guide id="21" pos="2320" userDrawn="1">
          <p15:clr>
            <a:srgbClr val="5ACBF0"/>
          </p15:clr>
        </p15:guide>
        <p15:guide id="22" pos="5360" userDrawn="1">
          <p15:clr>
            <a:srgbClr val="5ACBF0"/>
          </p15:clr>
        </p15:guide>
        <p15:guide id="23" pos="2570" userDrawn="1">
          <p15:clr>
            <a:srgbClr val="C35EA4"/>
          </p15:clr>
        </p15:guide>
        <p15:guide id="24" pos="5110" userDrawn="1">
          <p15:clr>
            <a:srgbClr val="C35EA4"/>
          </p15:clr>
        </p15:guide>
        <p15:guide id="25" orient="horz" pos="2863" userDrawn="1">
          <p15:clr>
            <a:srgbClr val="C35EA4"/>
          </p15:clr>
        </p15:guide>
        <p15:guide id="26" orient="horz" pos="1434" userDrawn="1">
          <p15:clr>
            <a:srgbClr val="C35EA4"/>
          </p15:clr>
        </p15:guide>
        <p15:guide id="27" orient="horz" pos="1139" userDrawn="1">
          <p15:clr>
            <a:srgbClr val="0000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23C736C-9124-783D-245F-A234370A2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301351-A08A-7D4B-CD39-4A2C9972D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D67B16-6927-7713-FA83-5147135F42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08335-729A-4934-9983-93E5550D5B89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46672A-6058-BBF2-7C27-CC91987A2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32BD67-F62F-99C4-17D3-6EA657395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AF270-18BC-4B91-B136-4B7A83D0AD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7305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005F6A4-F8D5-5CAD-09A4-A0A68ACD1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8577" y="6165320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8A4874-EB40-4F4E-A810-C8A51532234E}" type="slidenum">
              <a:rPr lang="es-ES_tradnl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51297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84" r:id="rId2"/>
    <p:sldLayoutId id="2147483685" r:id="rId3"/>
    <p:sldLayoutId id="2147483686" r:id="rId4"/>
    <p:sldLayoutId id="2147483731" r:id="rId5"/>
    <p:sldLayoutId id="2147483688" r:id="rId6"/>
    <p:sldLayoutId id="2147483696" r:id="rId7"/>
    <p:sldLayoutId id="2147483698" r:id="rId8"/>
    <p:sldLayoutId id="2147483697" r:id="rId9"/>
    <p:sldLayoutId id="2147483699" r:id="rId10"/>
    <p:sldLayoutId id="2147483700" r:id="rId11"/>
    <p:sldLayoutId id="2147483701" r:id="rId12"/>
    <p:sldLayoutId id="2147483702" r:id="rId13"/>
    <p:sldLayoutId id="2147483704" r:id="rId14"/>
    <p:sldLayoutId id="2147483703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2" r:id="rId21"/>
    <p:sldLayoutId id="2147483710" r:id="rId22"/>
    <p:sldLayoutId id="2147483730" r:id="rId23"/>
  </p:sldLayoutIdLst>
  <p:hf hdr="0" ftr="0" dt="0"/>
  <p:txStyles>
    <p:titleStyle>
      <a:lvl1pPr algn="l" defTabSz="683880" rtl="0" eaLnBrk="1" latinLnBrk="0" hangingPunct="1">
        <a:lnSpc>
          <a:spcPct val="90000"/>
        </a:lnSpc>
        <a:spcBef>
          <a:spcPct val="0"/>
        </a:spcBef>
        <a:buNone/>
        <a:defRPr sz="3291" b="0" i="0" kern="1200">
          <a:solidFill>
            <a:schemeClr val="tx1"/>
          </a:solidFill>
          <a:latin typeface="Arial" panose="020B0604020202020204" pitchFamily="34" charset="0"/>
          <a:ea typeface="Arimo" panose="020B0604020202020204" pitchFamily="34" charset="0"/>
          <a:cs typeface="Arial" panose="020B0604020202020204" pitchFamily="34" charset="0"/>
        </a:defRPr>
      </a:lvl1pPr>
    </p:titleStyle>
    <p:bodyStyle>
      <a:lvl1pPr marL="170970" indent="-170970" algn="l" defTabSz="683880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094" b="0" i="0" kern="1200">
          <a:solidFill>
            <a:schemeClr val="tx1"/>
          </a:solidFill>
          <a:latin typeface="Arial" panose="020B0604020202020204" pitchFamily="34" charset="0"/>
          <a:ea typeface="Arimo" panose="020B0604020202020204" pitchFamily="34" charset="0"/>
          <a:cs typeface="Arial" panose="020B0604020202020204" pitchFamily="34" charset="0"/>
        </a:defRPr>
      </a:lvl1pPr>
      <a:lvl2pPr marL="512910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5" b="0" i="0" kern="1200">
          <a:solidFill>
            <a:schemeClr val="tx1"/>
          </a:solidFill>
          <a:latin typeface="Arial" panose="020B0604020202020204" pitchFamily="34" charset="0"/>
          <a:ea typeface="Arimo" panose="020B0604020202020204" pitchFamily="34" charset="0"/>
          <a:cs typeface="Arial" panose="020B0604020202020204" pitchFamily="34" charset="0"/>
        </a:defRPr>
      </a:lvl2pPr>
      <a:lvl3pPr marL="854850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6" b="0" i="0" kern="1200">
          <a:solidFill>
            <a:schemeClr val="tx1"/>
          </a:solidFill>
          <a:latin typeface="Arial" panose="020B0604020202020204" pitchFamily="34" charset="0"/>
          <a:ea typeface="Arimo" panose="020B0604020202020204" pitchFamily="34" charset="0"/>
          <a:cs typeface="Arial" panose="020B0604020202020204" pitchFamily="34" charset="0"/>
        </a:defRPr>
      </a:lvl3pPr>
      <a:lvl4pPr marL="1196790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b="0" i="0" kern="1200">
          <a:solidFill>
            <a:schemeClr val="tx1"/>
          </a:solidFill>
          <a:latin typeface="Arial" panose="020B0604020202020204" pitchFamily="34" charset="0"/>
          <a:ea typeface="Arimo" panose="020B0604020202020204" pitchFamily="34" charset="0"/>
          <a:cs typeface="Arial" panose="020B0604020202020204" pitchFamily="34" charset="0"/>
        </a:defRPr>
      </a:lvl4pPr>
      <a:lvl5pPr marL="153872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b="0" i="0" kern="1200">
          <a:solidFill>
            <a:schemeClr val="tx1"/>
          </a:solidFill>
          <a:latin typeface="Arial" panose="020B0604020202020204" pitchFamily="34" charset="0"/>
          <a:ea typeface="Arimo" panose="020B0604020202020204" pitchFamily="34" charset="0"/>
          <a:cs typeface="Arial" panose="020B0604020202020204" pitchFamily="34" charset="0"/>
        </a:defRPr>
      </a:lvl5pPr>
      <a:lvl6pPr marL="188066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6pPr>
      <a:lvl7pPr marL="222260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7pPr>
      <a:lvl8pPr marL="256454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8pPr>
      <a:lvl9pPr marL="290648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1pPr>
      <a:lvl2pPr marL="34194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2pPr>
      <a:lvl3pPr marL="68388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3pPr>
      <a:lvl4pPr marL="102582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4pPr>
      <a:lvl5pPr marL="136776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5pPr>
      <a:lvl6pPr marL="170969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6pPr>
      <a:lvl7pPr marL="205163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7pPr>
      <a:lvl8pPr marL="239357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8pPr>
      <a:lvl9pPr marL="273551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C35EA4"/>
          </p15:clr>
        </p15:guide>
        <p15:guide id="2" orient="horz" pos="2160">
          <p15:clr>
            <a:srgbClr val="C35EA4"/>
          </p15:clr>
        </p15:guide>
        <p15:guide id="4" pos="7378">
          <p15:clr>
            <a:srgbClr val="F26B43"/>
          </p15:clr>
        </p15:guide>
        <p15:guide id="6" pos="2819">
          <p15:clr>
            <a:srgbClr val="5ACBF0"/>
          </p15:clr>
        </p15:guide>
        <p15:guide id="8" pos="3591">
          <p15:clr>
            <a:srgbClr val="9FCC3B"/>
          </p15:clr>
        </p15:guide>
        <p15:guide id="9" pos="4089">
          <p15:clr>
            <a:srgbClr val="9FCC3B"/>
          </p15:clr>
        </p15:guide>
        <p15:guide id="10" pos="4861">
          <p15:clr>
            <a:srgbClr val="5ACBF0"/>
          </p15:clr>
        </p15:guide>
        <p15:guide id="15" orient="horz" pos="300">
          <p15:clr>
            <a:srgbClr val="F26B43"/>
          </p15:clr>
        </p15:guide>
        <p15:guide id="17" orient="horz" pos="4020">
          <p15:clr>
            <a:srgbClr val="F26B43"/>
          </p15:clr>
        </p15:guide>
        <p15:guide id="18" pos="302">
          <p15:clr>
            <a:srgbClr val="F26B43"/>
          </p15:clr>
        </p15:guide>
        <p15:guide id="21" pos="2320">
          <p15:clr>
            <a:srgbClr val="5ACBF0"/>
          </p15:clr>
        </p15:guide>
        <p15:guide id="22" pos="5360">
          <p15:clr>
            <a:srgbClr val="5ACBF0"/>
          </p15:clr>
        </p15:guide>
        <p15:guide id="23" pos="2570">
          <p15:clr>
            <a:srgbClr val="C35EA4"/>
          </p15:clr>
        </p15:guide>
        <p15:guide id="24" pos="5110">
          <p15:clr>
            <a:srgbClr val="C35EA4"/>
          </p15:clr>
        </p15:guide>
        <p15:guide id="25" orient="horz" pos="2863">
          <p15:clr>
            <a:srgbClr val="C35EA4"/>
          </p15:clr>
        </p15:guide>
        <p15:guide id="26" orient="horz" pos="1434">
          <p15:clr>
            <a:srgbClr val="C35EA4"/>
          </p15:clr>
        </p15:guide>
        <p15:guide id="27" orient="horz" pos="1139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enfi.2024.05.004" TargetMode="External"/><Relationship Id="rId3" Type="http://schemas.openxmlformats.org/officeDocument/2006/relationships/hyperlink" Target="https://doi.org/10.1056/NEJMcp1605501" TargetMode="External"/><Relationship Id="rId7" Type="http://schemas.openxmlformats.org/officeDocument/2006/relationships/hyperlink" Target="https://doi.org/10.1111/j.1532-5415.1999.tb07429.x" TargetMode="External"/><Relationship Id="rId2" Type="http://schemas.openxmlformats.org/officeDocument/2006/relationships/hyperlink" Target="https://doi.org/10.1038/s41572-020-00223-4" TargetMode="External"/><Relationship Id="rId1" Type="http://schemas.openxmlformats.org/officeDocument/2006/relationships/slideLayout" Target="../slideLayouts/slideLayout38.xml"/><Relationship Id="rId6" Type="http://schemas.openxmlformats.org/officeDocument/2006/relationships/hyperlink" Target="https://doi.org/10.1111/j.1532-5415.1987.tb01337.x" TargetMode="External"/><Relationship Id="rId5" Type="http://schemas.openxmlformats.org/officeDocument/2006/relationships/hyperlink" Target="https://scielo.isciii.es/scielo.php?script=sci_abstract&amp;pid=S1135-57272023000100203&amp;lng=es&amp;nrm=iso&amp;tlng=es" TargetMode="External"/><Relationship Id="rId10" Type="http://schemas.openxmlformats.org/officeDocument/2006/relationships/hyperlink" Target="https://doi.org/10.3390/nursrep14040219" TargetMode="External"/><Relationship Id="rId4" Type="http://schemas.openxmlformats.org/officeDocument/2006/relationships/hyperlink" Target="https://doi.org/10.1157/13079762" TargetMode="External"/><Relationship Id="rId9" Type="http://schemas.openxmlformats.org/officeDocument/2006/relationships/hyperlink" Target="https://doi.org/10.1016/j.ijnurstu.2023.10458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8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8E0AB-A1D3-62A0-7924-D2850E1D8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933" y="2276475"/>
            <a:ext cx="10515600" cy="2166747"/>
          </a:xfrm>
        </p:spPr>
        <p:txBody>
          <a:bodyPr/>
          <a:lstStyle/>
          <a:p>
            <a:r>
              <a:rPr lang="es-ES_tradnl" sz="8800" dirty="0"/>
              <a:t>A Orillas del Henares</a:t>
            </a:r>
            <a:endParaRPr lang="es-ES_tradnl" sz="8800" dirty="0">
              <a:solidFill>
                <a:schemeClr val="bg1"/>
              </a:solidFill>
              <a:latin typeface="Rockwell" panose="02060603020205020403" pitchFamily="18" charset="77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9909D7-31B2-57CA-C731-12C64441C4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986" y="6032871"/>
            <a:ext cx="6293953" cy="396280"/>
          </a:xfrm>
        </p:spPr>
        <p:txBody>
          <a:bodyPr/>
          <a:lstStyle/>
          <a:p>
            <a:r>
              <a:rPr lang="es-ES_tradnl" sz="2400" dirty="0">
                <a:latin typeface="Rockwell" panose="02060603020205020403" pitchFamily="18" charset="77"/>
              </a:rPr>
              <a:t>Síndrome Confusional Agudo</a:t>
            </a:r>
            <a:endParaRPr lang="es-ES_tradnl" sz="24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7B9A4C-E3EA-859D-1D0D-9D50B4312A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_tradnl" dirty="0"/>
              <a:t>2026 Marzo</a:t>
            </a:r>
          </a:p>
        </p:txBody>
      </p:sp>
    </p:spTree>
    <p:extLst>
      <p:ext uri="{BB962C8B-B14F-4D97-AF65-F5344CB8AC3E}">
        <p14:creationId xmlns:p14="http://schemas.microsoft.com/office/powerpoint/2010/main" val="225605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04538A-A967-C3DA-055E-059EBC64A8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714" y="2042761"/>
            <a:ext cx="3203574" cy="553998"/>
          </a:xfrm>
        </p:spPr>
        <p:txBody>
          <a:bodyPr/>
          <a:lstStyle/>
          <a:p>
            <a:r>
              <a:rPr lang="es-ES_tradnl" dirty="0"/>
              <a:t>Síndrome Confusional Agudo.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27B224-CDDA-05AC-F608-994CE0C1BF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_tradnl"/>
              <a:t>01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776D252-539A-3555-73F8-643D7C1172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86452" y="2042761"/>
            <a:ext cx="3203574" cy="276999"/>
          </a:xfrm>
        </p:spPr>
        <p:txBody>
          <a:bodyPr/>
          <a:lstStyle/>
          <a:p>
            <a:r>
              <a:rPr lang="es-ES" dirty="0"/>
              <a:t>Prevención</a:t>
            </a:r>
            <a:r>
              <a:rPr lang="en-US" dirty="0"/>
              <a:t>.</a:t>
            </a:r>
            <a:endParaRPr lang="es-ES_tradnl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E34B6CF0-DA8E-17ED-9204-AD667B6D1D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s-ES_tradnl" dirty="0"/>
              <a:t>04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21D746A-A8CF-59BC-FD5F-BBE35A70EA3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0714" y="3841999"/>
            <a:ext cx="3203574" cy="553998"/>
          </a:xfrm>
        </p:spPr>
        <p:txBody>
          <a:bodyPr/>
          <a:lstStyle/>
          <a:p>
            <a:r>
              <a:rPr lang="es-ES_tradnl" dirty="0"/>
              <a:t>Incidencia del Síndrome Confusional Agudo.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281F76C-C9F2-E0DE-28C3-ECAED5221A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ES_tradnl" dirty="0"/>
              <a:t>02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05B3D9F0-510C-B7D6-E00D-838A698137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86452" y="3841999"/>
            <a:ext cx="3203574" cy="553998"/>
          </a:xfrm>
        </p:spPr>
        <p:txBody>
          <a:bodyPr/>
          <a:lstStyle/>
          <a:p>
            <a:r>
              <a:rPr lang="es-ES" dirty="0"/>
              <a:t>Prevención no farmacológica.</a:t>
            </a:r>
            <a:endParaRPr lang="es-ES_tradnl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E970C151-174B-3F6C-CE95-D39D9F79D3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s-ES_tradnl" dirty="0"/>
              <a:t>05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08F573A-5A21-D8BE-C5DA-7D1DB3C4334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0714" y="5491448"/>
            <a:ext cx="3203574" cy="276999"/>
          </a:xfrm>
        </p:spPr>
        <p:txBody>
          <a:bodyPr/>
          <a:lstStyle/>
          <a:p>
            <a:r>
              <a:rPr lang="es-ES" dirty="0"/>
              <a:t>Detección.</a:t>
            </a:r>
            <a:endParaRPr lang="es-ES_tradnl" dirty="0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64BBD414-79B2-B547-094A-4D3D44A6B3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s-ES_tradnl" dirty="0"/>
              <a:t>03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20B7DB6-035A-6C3C-0F50-F7AB1C56B4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86452" y="5491448"/>
            <a:ext cx="3203574" cy="830997"/>
          </a:xfrm>
        </p:spPr>
        <p:txBody>
          <a:bodyPr/>
          <a:lstStyle/>
          <a:p>
            <a:r>
              <a:rPr lang="es-ES_tradnl" dirty="0"/>
              <a:t>Desenlaces medibles en una intervención de prevención.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0C67CB61-071A-76CD-2C47-5C038E1FD34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s-ES_tradnl"/>
              <a:t>06</a:t>
            </a:r>
            <a:endParaRPr lang="es-ES_tradnl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BD3FC27-C126-0814-EF30-081DF32CA76A}"/>
              </a:ext>
            </a:extLst>
          </p:cNvPr>
          <p:cNvSpPr txBox="1"/>
          <p:nvPr/>
        </p:nvSpPr>
        <p:spPr>
          <a:xfrm rot="16200000">
            <a:off x="7683681" y="2013206"/>
            <a:ext cx="6805450" cy="20775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ES" sz="13700" dirty="0">
                <a:solidFill>
                  <a:schemeClr val="bg2"/>
                </a:solidFill>
                <a:latin typeface="Rockwell" panose="02060603020205020403" pitchFamily="18" charset="77"/>
                <a:ea typeface="Arimo" panose="020B0604020202020204" pitchFamily="34" charset="0"/>
                <a:cs typeface="Times New Roman" panose="02020603050405020304" pitchFamily="18" charset="0"/>
              </a:rPr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315608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1B27A-95A9-4BE0-9610-7CE384E0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F4C6146-59B3-62F8-E731-917B8DA2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955591"/>
            <a:ext cx="7348730" cy="498598"/>
          </a:xfrm>
        </p:spPr>
        <p:txBody>
          <a:bodyPr/>
          <a:lstStyle/>
          <a:p>
            <a:r>
              <a:rPr lang="es-ES_tradnl" sz="3600" dirty="0">
                <a:latin typeface="+mj-lt"/>
              </a:rPr>
              <a:t>Síndrome Confusional Agudo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FDD770-2671-B6D2-1AD5-46BA7DB133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268" y="1630317"/>
            <a:ext cx="10898275" cy="1410130"/>
          </a:xfrm>
        </p:spPr>
        <p:txBody>
          <a:bodyPr numCol="1"/>
          <a:lstStyle/>
          <a:p>
            <a:pPr>
              <a:spcAft>
                <a:spcPts val="600"/>
              </a:spcAft>
            </a:pPr>
            <a:r>
              <a:rPr lang="es-ES" sz="1600" dirty="0">
                <a:latin typeface="+mj-lt"/>
              </a:rPr>
              <a:t>Síndrome neurocognitivo agudo</a:t>
            </a:r>
            <a:r>
              <a:rPr lang="es-ES" sz="1600" b="0" dirty="0">
                <a:latin typeface="+mj-lt"/>
              </a:rPr>
              <a:t>, </a:t>
            </a:r>
            <a:r>
              <a:rPr lang="es-ES" sz="1600" u="sng" dirty="0">
                <a:latin typeface="+mj-lt"/>
              </a:rPr>
              <a:t>fluctuante</a:t>
            </a:r>
            <a:r>
              <a:rPr lang="es-ES" sz="1600" b="0" dirty="0">
                <a:latin typeface="+mj-lt"/>
              </a:rPr>
              <a:t>, con alteración de </a:t>
            </a:r>
            <a:r>
              <a:rPr lang="es-ES" sz="1600" dirty="0">
                <a:latin typeface="+mj-lt"/>
              </a:rPr>
              <a:t>atención</a:t>
            </a:r>
            <a:r>
              <a:rPr lang="es-ES" sz="1600" b="0" dirty="0">
                <a:latin typeface="+mj-lt"/>
              </a:rPr>
              <a:t>, </a:t>
            </a:r>
            <a:r>
              <a:rPr lang="es-ES" sz="1600" dirty="0">
                <a:latin typeface="+mj-lt"/>
              </a:rPr>
              <a:t>conciencia</a:t>
            </a:r>
            <a:r>
              <a:rPr lang="es-ES" sz="1600" b="0" dirty="0">
                <a:latin typeface="+mj-lt"/>
              </a:rPr>
              <a:t> y </a:t>
            </a:r>
            <a:r>
              <a:rPr lang="es-ES" sz="1600" dirty="0">
                <a:latin typeface="+mj-lt"/>
              </a:rPr>
              <a:t>cognición</a:t>
            </a:r>
            <a:r>
              <a:rPr lang="es-ES" sz="1600" b="0" dirty="0">
                <a:latin typeface="+mj-lt"/>
              </a:rPr>
              <a:t>, </a:t>
            </a:r>
            <a:r>
              <a:rPr lang="es-ES" sz="1600" u="sng" dirty="0">
                <a:latin typeface="+mj-lt"/>
              </a:rPr>
              <a:t>no explicado mejor por un trastorno neurocognitivo previo</a:t>
            </a:r>
            <a:r>
              <a:rPr lang="es-ES" sz="1600" b="0" dirty="0">
                <a:latin typeface="+mj-lt"/>
              </a:rPr>
              <a:t>.</a:t>
            </a:r>
          </a:p>
          <a:p>
            <a:r>
              <a:rPr lang="es-ES" sz="1600" b="0" dirty="0">
                <a:latin typeface="+mj-lt"/>
              </a:rPr>
              <a:t>Se manifiesta como deterioro de la atención, alteración del nivel de alerta (desde somnolencia hasta </a:t>
            </a:r>
            <a:r>
              <a:rPr lang="es-ES" sz="1600" b="0" dirty="0" err="1">
                <a:latin typeface="+mj-lt"/>
              </a:rPr>
              <a:t>hiperalerta</a:t>
            </a:r>
            <a:r>
              <a:rPr lang="es-ES" sz="1600" b="0" dirty="0">
                <a:latin typeface="+mj-lt"/>
              </a:rPr>
              <a:t>), desorientación, alteraciones de memoria reciente, pensamiento desorganizado y alucinaciones o delirios, de forma fluctuante en horas-días</a:t>
            </a:r>
            <a:r>
              <a:rPr lang="es-ES_tradnl" sz="1600" b="0" dirty="0">
                <a:latin typeface="+mj-lt"/>
              </a:rPr>
              <a:t>. [1]</a:t>
            </a:r>
            <a:endParaRPr lang="es-ES_tradnl" sz="1600" b="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89B80AC-3716-50CC-527C-93B58470893F}"/>
              </a:ext>
            </a:extLst>
          </p:cNvPr>
          <p:cNvSpPr/>
          <p:nvPr/>
        </p:nvSpPr>
        <p:spPr>
          <a:xfrm>
            <a:off x="463891" y="3131623"/>
            <a:ext cx="4134843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2000" b="1" u="sng" dirty="0" err="1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Etiología</a:t>
            </a:r>
            <a:endParaRPr lang="en-US" b="1" u="sng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628CEEE-3FB9-B733-75AD-DBEC779BDCF8}"/>
              </a:ext>
            </a:extLst>
          </p:cNvPr>
          <p:cNvSpPr/>
          <p:nvPr/>
        </p:nvSpPr>
        <p:spPr>
          <a:xfrm>
            <a:off x="879330" y="4503510"/>
            <a:ext cx="4824000" cy="2043138"/>
          </a:xfrm>
          <a:prstGeom prst="roundRect">
            <a:avLst>
              <a:gd name="adj" fmla="val 2611"/>
            </a:avLst>
          </a:prstGeom>
          <a:solidFill>
            <a:srgbClr val="CCDFFF"/>
          </a:solidFill>
          <a:ln w="7620">
            <a:solidFill>
              <a:srgbClr val="B2C5E5"/>
            </a:solidFill>
            <a:prstDash val="solid"/>
          </a:ln>
        </p:spPr>
        <p:txBody>
          <a:bodyPr/>
          <a:lstStyle/>
          <a:p>
            <a:endParaRPr lang="es-ES" sz="1500">
              <a:latin typeface="+mj-lt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902237A-2877-48E4-DC05-1F30A9054729}"/>
              </a:ext>
            </a:extLst>
          </p:cNvPr>
          <p:cNvSpPr/>
          <p:nvPr/>
        </p:nvSpPr>
        <p:spPr>
          <a:xfrm>
            <a:off x="1050981" y="4593129"/>
            <a:ext cx="28505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b="1" dirty="0" err="1">
                <a:solidFill>
                  <a:srgbClr val="003865"/>
                </a:solidFill>
                <a:latin typeface="+mj-lt"/>
                <a:ea typeface="Inter" panose="020B0604020202020204" charset="0"/>
                <a:cs typeface="Inter Bold" pitchFamily="34" charset="-120"/>
              </a:rPr>
              <a:t>Factores</a:t>
            </a:r>
            <a:r>
              <a:rPr lang="en-US" sz="1625" b="1" dirty="0">
                <a:solidFill>
                  <a:srgbClr val="003865"/>
                </a:solidFill>
                <a:latin typeface="+mj-lt"/>
                <a:ea typeface="Inter" panose="020B0604020202020204" charset="0"/>
                <a:cs typeface="Inter Bold" pitchFamily="34" charset="-120"/>
              </a:rPr>
              <a:t> </a:t>
            </a:r>
            <a:r>
              <a:rPr lang="en-US" sz="1625" b="1" dirty="0" err="1">
                <a:solidFill>
                  <a:srgbClr val="003865"/>
                </a:solidFill>
                <a:latin typeface="+mj-lt"/>
                <a:ea typeface="Inter" panose="020B0604020202020204" charset="0"/>
                <a:cs typeface="Inter Bold" pitchFamily="34" charset="-120"/>
              </a:rPr>
              <a:t>predisponentes</a:t>
            </a:r>
            <a:r>
              <a:rPr lang="en-US" sz="1625" dirty="0">
                <a:solidFill>
                  <a:srgbClr val="003865"/>
                </a:solidFill>
                <a:latin typeface="+mj-lt"/>
                <a:ea typeface="Inter" panose="020B0604020202020204" charset="0"/>
                <a:cs typeface="Inter Bold" pitchFamily="34" charset="-120"/>
              </a:rPr>
              <a:t> [3]</a:t>
            </a:r>
            <a:endParaRPr lang="en-US" sz="1625" dirty="0">
              <a:latin typeface="+mj-lt"/>
              <a:ea typeface="Inter" panose="020B0604020202020204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1F3523D-8A14-DA74-1FA7-8A26CCD104C2}"/>
              </a:ext>
            </a:extLst>
          </p:cNvPr>
          <p:cNvSpPr/>
          <p:nvPr/>
        </p:nvSpPr>
        <p:spPr>
          <a:xfrm>
            <a:off x="1050981" y="4818503"/>
            <a:ext cx="4389699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(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propias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del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paciente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que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aumentan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su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susceptibilidad</a:t>
            </a:r>
            <a:r>
              <a:rPr lang="en-US" sz="1292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)</a:t>
            </a:r>
            <a:endParaRPr lang="en-US" sz="1292" dirty="0">
              <a:latin typeface="+mj-lt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861F16A-A5FD-F708-504B-59D201C83E19}"/>
              </a:ext>
            </a:extLst>
          </p:cNvPr>
          <p:cNvSpPr/>
          <p:nvPr/>
        </p:nvSpPr>
        <p:spPr>
          <a:xfrm>
            <a:off x="1050981" y="5125304"/>
            <a:ext cx="4699984" cy="1421343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1200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Demencia</a:t>
            </a:r>
            <a:r>
              <a:rPr lang="en-US" sz="1200" dirty="0">
                <a:solidFill>
                  <a:srgbClr val="003865"/>
                </a:solidFill>
                <a:latin typeface="+mj-lt"/>
                <a:ea typeface="Inter" pitchFamily="34" charset="-122"/>
              </a:rPr>
              <a:t> o d</a:t>
            </a:r>
            <a:r>
              <a:rPr lang="es-ES" sz="1200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eterioro</a:t>
            </a:r>
            <a:r>
              <a:rPr lang="es-ES" sz="1200" dirty="0">
                <a:solidFill>
                  <a:srgbClr val="003865"/>
                </a:solidFill>
                <a:latin typeface="+mj-lt"/>
                <a:ea typeface="Inter" pitchFamily="34" charset="-122"/>
              </a:rPr>
              <a:t> cognitivo previo</a:t>
            </a:r>
            <a:endParaRPr lang="en-US" sz="1200" dirty="0">
              <a:solidFill>
                <a:srgbClr val="003865"/>
              </a:solidFill>
              <a:latin typeface="+mj-lt"/>
              <a:ea typeface="Inter" pitchFamily="34" charset="-122"/>
            </a:endParaRP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03865"/>
                </a:solidFill>
                <a:latin typeface="+mj-lt"/>
                <a:ea typeface="Inter" pitchFamily="34" charset="-122"/>
              </a:rPr>
              <a:t>Edad </a:t>
            </a:r>
            <a:r>
              <a:rPr lang="en-US" sz="1200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avanzada</a:t>
            </a:r>
            <a:endParaRPr lang="en-US" sz="1200" dirty="0">
              <a:solidFill>
                <a:srgbClr val="003865"/>
              </a:solidFill>
              <a:latin typeface="+mj-lt"/>
              <a:ea typeface="Inter" pitchFamily="34" charset="-122"/>
            </a:endParaRP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1200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Comorbilidades</a:t>
            </a:r>
            <a:r>
              <a:rPr lang="en-US" sz="1200" dirty="0">
                <a:solidFill>
                  <a:srgbClr val="003865"/>
                </a:solidFill>
                <a:latin typeface="+mj-lt"/>
                <a:ea typeface="Inter" pitchFamily="34" charset="-122"/>
              </a:rPr>
              <a:t> previas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s-ES" sz="1200" dirty="0">
                <a:solidFill>
                  <a:srgbClr val="003865"/>
                </a:solidFill>
                <a:latin typeface="+mj-lt"/>
                <a:ea typeface="Inter" pitchFamily="34" charset="-122"/>
              </a:rPr>
              <a:t>Malnutrición</a:t>
            </a:r>
            <a:endParaRPr lang="en-US" sz="1200" dirty="0">
              <a:solidFill>
                <a:srgbClr val="003865"/>
              </a:solidFill>
              <a:latin typeface="+mj-lt"/>
              <a:ea typeface="Inter" pitchFamily="34" charset="-122"/>
            </a:endParaRP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1200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Deterioro</a:t>
            </a:r>
            <a:r>
              <a:rPr lang="en-US" sz="1200" dirty="0">
                <a:solidFill>
                  <a:srgbClr val="003865"/>
                </a:solidFill>
                <a:latin typeface="+mj-lt"/>
                <a:ea typeface="Inter" pitchFamily="34" charset="-122"/>
              </a:rPr>
              <a:t> </a:t>
            </a:r>
            <a:r>
              <a:rPr lang="en-US" sz="1200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funcional</a:t>
            </a:r>
            <a:r>
              <a:rPr lang="en-US" sz="1200" dirty="0">
                <a:solidFill>
                  <a:srgbClr val="003865"/>
                </a:solidFill>
                <a:latin typeface="+mj-lt"/>
                <a:ea typeface="Inter" pitchFamily="34" charset="-122"/>
              </a:rPr>
              <a:t> basal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s-ES" sz="1200" dirty="0">
                <a:solidFill>
                  <a:srgbClr val="003865"/>
                </a:solidFill>
                <a:latin typeface="+mj-lt"/>
                <a:ea typeface="Inter" pitchFamily="34" charset="-122"/>
              </a:rPr>
              <a:t>Depresión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s-ES" sz="1200" dirty="0">
                <a:solidFill>
                  <a:srgbClr val="003865"/>
                </a:solidFill>
                <a:latin typeface="+mj-lt"/>
                <a:ea typeface="Inter" pitchFamily="34" charset="-122"/>
              </a:rPr>
              <a:t>Síndrome confusional agudo previo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s-ES" sz="1200" dirty="0">
                <a:solidFill>
                  <a:srgbClr val="003865"/>
                </a:solidFill>
                <a:latin typeface="+mj-lt"/>
                <a:ea typeface="Inter" pitchFamily="34" charset="-122"/>
              </a:rPr>
              <a:t>Hábitos tóxicos (alcohol)</a:t>
            </a:r>
            <a:endParaRPr lang="en-US" sz="1200" dirty="0">
              <a:solidFill>
                <a:srgbClr val="003865"/>
              </a:solidFill>
              <a:latin typeface="+mj-lt"/>
              <a:ea typeface="Inter" pitchFamily="34" charset="-122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9B58A4C2-7C17-1475-79E8-6750E2B53833}"/>
              </a:ext>
            </a:extLst>
          </p:cNvPr>
          <p:cNvSpPr/>
          <p:nvPr/>
        </p:nvSpPr>
        <p:spPr>
          <a:xfrm>
            <a:off x="6302544" y="4529765"/>
            <a:ext cx="4824000" cy="2043139"/>
          </a:xfrm>
          <a:prstGeom prst="roundRect">
            <a:avLst>
              <a:gd name="adj" fmla="val 2611"/>
            </a:avLst>
          </a:prstGeom>
          <a:solidFill>
            <a:srgbClr val="CCDFFF"/>
          </a:solidFill>
          <a:ln w="7620">
            <a:solidFill>
              <a:srgbClr val="B2C5E5"/>
            </a:solidFill>
            <a:prstDash val="solid"/>
          </a:ln>
        </p:spPr>
        <p:txBody>
          <a:bodyPr/>
          <a:lstStyle/>
          <a:p>
            <a:endParaRPr lang="es-ES" sz="1500">
              <a:latin typeface="+mj-lt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29D9A7C-95CF-D8C9-2FE6-D92185DB5413}"/>
              </a:ext>
            </a:extLst>
          </p:cNvPr>
          <p:cNvSpPr/>
          <p:nvPr/>
        </p:nvSpPr>
        <p:spPr>
          <a:xfrm>
            <a:off x="6451218" y="4593129"/>
            <a:ext cx="32231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b="1" dirty="0" err="1">
                <a:solidFill>
                  <a:srgbClr val="003865"/>
                </a:solidFill>
                <a:latin typeface="+mj-lt"/>
                <a:ea typeface="Inter" panose="020B0604020202020204" charset="0"/>
              </a:rPr>
              <a:t>Factores</a:t>
            </a:r>
            <a:r>
              <a:rPr lang="en-US" sz="1625" b="1" dirty="0">
                <a:solidFill>
                  <a:srgbClr val="003865"/>
                </a:solidFill>
                <a:latin typeface="+mj-lt"/>
                <a:ea typeface="Inter" panose="020B0604020202020204" charset="0"/>
              </a:rPr>
              <a:t> </a:t>
            </a:r>
            <a:r>
              <a:rPr lang="en-US" sz="1625" b="1" dirty="0" err="1">
                <a:solidFill>
                  <a:srgbClr val="003865"/>
                </a:solidFill>
                <a:latin typeface="+mj-lt"/>
                <a:ea typeface="Inter" panose="020B0604020202020204" charset="0"/>
              </a:rPr>
              <a:t>desencadenantes</a:t>
            </a:r>
            <a:r>
              <a:rPr lang="en-US" sz="1625" b="1" dirty="0">
                <a:solidFill>
                  <a:srgbClr val="003865"/>
                </a:solidFill>
                <a:latin typeface="+mj-lt"/>
                <a:ea typeface="Inter" panose="020B0604020202020204" charset="0"/>
              </a:rPr>
              <a:t> </a:t>
            </a:r>
            <a:r>
              <a:rPr lang="en-US" sz="1625" dirty="0">
                <a:solidFill>
                  <a:srgbClr val="003865"/>
                </a:solidFill>
                <a:ea typeface="Inter" panose="020B0604020202020204" charset="0"/>
                <a:cs typeface="Inter Bold" pitchFamily="34" charset="-120"/>
              </a:rPr>
              <a:t>[3,4]</a:t>
            </a:r>
            <a:endParaRPr lang="en-US" sz="1625" b="1" dirty="0">
              <a:solidFill>
                <a:srgbClr val="003865"/>
              </a:solidFill>
              <a:latin typeface="+mj-lt"/>
              <a:ea typeface="Inter" panose="020B060402020202020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5A8CECB-3E2D-CE5F-9F0A-279053CB0B4A}"/>
              </a:ext>
            </a:extLst>
          </p:cNvPr>
          <p:cNvSpPr/>
          <p:nvPr/>
        </p:nvSpPr>
        <p:spPr>
          <a:xfrm>
            <a:off x="6451219" y="4818503"/>
            <a:ext cx="4148352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(</a:t>
            </a:r>
            <a:r>
              <a:rPr lang="en-US" sz="1292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estímulos</a:t>
            </a:r>
            <a:r>
              <a:rPr lang="en-US" sz="1292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292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externos</a:t>
            </a:r>
            <a:r>
              <a:rPr lang="en-US" sz="1292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)</a:t>
            </a:r>
            <a:endParaRPr lang="en-US" sz="1292" dirty="0">
              <a:latin typeface="+mj-lt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E986BB3-3334-2616-D357-116698FE69C0}"/>
              </a:ext>
            </a:extLst>
          </p:cNvPr>
          <p:cNvSpPr/>
          <p:nvPr/>
        </p:nvSpPr>
        <p:spPr>
          <a:xfrm>
            <a:off x="6451219" y="5140332"/>
            <a:ext cx="4148352" cy="1406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Motivo</a:t>
            </a:r>
            <a:r>
              <a:rPr lang="en-US" sz="12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de </a:t>
            </a:r>
            <a:r>
              <a:rPr lang="en-US" sz="12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ingreso</a:t>
            </a:r>
            <a:endParaRPr lang="en-US" sz="1200" dirty="0">
              <a:solidFill>
                <a:srgbClr val="00386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marL="285739" indent="-285739">
              <a:lnSpc>
                <a:spcPts val="2083"/>
              </a:lnSpc>
              <a:buSzPct val="100000"/>
              <a:buFontTx/>
              <a:buChar char="•"/>
            </a:pPr>
            <a:r>
              <a:rPr lang="en-US" sz="1200" dirty="0" err="1">
                <a:solidFill>
                  <a:srgbClr val="003865"/>
                </a:solidFill>
                <a:ea typeface="Inter" pitchFamily="34" charset="-122"/>
                <a:cs typeface="Inter" pitchFamily="34" charset="-120"/>
              </a:rPr>
              <a:t>Estímulos</a:t>
            </a:r>
            <a:r>
              <a:rPr lang="en-US" sz="1200" dirty="0">
                <a:solidFill>
                  <a:srgbClr val="00386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003865"/>
                </a:solidFill>
                <a:ea typeface="Inter" pitchFamily="34" charset="-122"/>
                <a:cs typeface="Inter" pitchFamily="34" charset="-120"/>
              </a:rPr>
              <a:t>recibidos</a:t>
            </a:r>
            <a:r>
              <a:rPr lang="en-US" sz="1200" dirty="0">
                <a:solidFill>
                  <a:srgbClr val="00386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003865"/>
                </a:solidFill>
                <a:ea typeface="Inter" pitchFamily="34" charset="-122"/>
                <a:cs typeface="Inter" pitchFamily="34" charset="-120"/>
              </a:rPr>
              <a:t>durante</a:t>
            </a:r>
            <a:r>
              <a:rPr lang="en-US" sz="1200" dirty="0">
                <a:solidFill>
                  <a:srgbClr val="003865"/>
                </a:solidFill>
                <a:ea typeface="Inter" pitchFamily="34" charset="-122"/>
                <a:cs typeface="Inter" pitchFamily="34" charset="-120"/>
              </a:rPr>
              <a:t> la estancia </a:t>
            </a:r>
            <a:r>
              <a:rPr lang="en-US" sz="1200" dirty="0" err="1">
                <a:solidFill>
                  <a:srgbClr val="003865"/>
                </a:solidFill>
                <a:ea typeface="Inter" pitchFamily="34" charset="-122"/>
                <a:cs typeface="Inter" pitchFamily="34" charset="-120"/>
              </a:rPr>
              <a:t>hospitalaria</a:t>
            </a:r>
            <a:endParaRPr lang="en-US" sz="1200" dirty="0">
              <a:latin typeface="+mj-lt"/>
            </a:endParaRPr>
          </a:p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Procedimientos diagnósticos y terapéuticos</a:t>
            </a:r>
            <a:endParaRPr lang="en-US" sz="1200" dirty="0">
              <a:latin typeface="+mj-lt"/>
            </a:endParaRPr>
          </a:p>
          <a:p>
            <a:pPr marL="285739" indent="-285739">
              <a:lnSpc>
                <a:spcPts val="2083"/>
              </a:lnSpc>
              <a:buSzPct val="100000"/>
              <a:buChar char="•"/>
            </a:pPr>
            <a:r>
              <a:rPr lang="en-US" sz="12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Ambiente hospitalario</a:t>
            </a:r>
            <a:endParaRPr lang="en-US" sz="1200" dirty="0">
              <a:latin typeface="+mj-lt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8F98858-32F4-A974-B54D-68EDB85F19EE}"/>
              </a:ext>
            </a:extLst>
          </p:cNvPr>
          <p:cNvSpPr txBox="1"/>
          <p:nvPr/>
        </p:nvSpPr>
        <p:spPr>
          <a:xfrm>
            <a:off x="485269" y="3621515"/>
            <a:ext cx="11109324" cy="791499"/>
          </a:xfrm>
          <a:prstGeom prst="rect">
            <a:avLst/>
          </a:prstGeom>
        </p:spPr>
        <p:txBody>
          <a:bodyPr wrap="square" lIns="0" tIns="0" rIns="0" bIns="0" numCol="1" spcCol="828000">
            <a:spAutoFit/>
          </a:bodyPr>
          <a:lstStyle>
            <a:lvl1pPr indent="0" defTabSz="68388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 typeface="+mj-lt"/>
              <a:buNone/>
              <a:tabLst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Arimo" panose="020B0604020202020204" pitchFamily="34" charset="0"/>
                <a:cs typeface="Arial" panose="020B0604020202020204" pitchFamily="34" charset="0"/>
              </a:defRPr>
            </a:lvl1pPr>
            <a:lvl2pPr marL="11113" indent="0" defTabSz="68388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Arimo" panose="020B0604020202020204" pitchFamily="34" charset="0"/>
                <a:cs typeface="Arial" panose="020B0604020202020204" pitchFamily="34" charset="0"/>
              </a:defRPr>
            </a:lvl2pPr>
            <a:lvl3pPr marL="403225" indent="0" defTabSz="68388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Arimo" panose="020B0604020202020204" pitchFamily="34" charset="0"/>
                <a:cs typeface="Arial" panose="020B0604020202020204" pitchFamily="34" charset="0"/>
              </a:defRPr>
            </a:lvl3pPr>
            <a:lvl4pPr marL="763588" indent="0" defTabSz="68388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Arimo" panose="020B0604020202020204" pitchFamily="34" charset="0"/>
                <a:cs typeface="Arial" panose="020B0604020202020204" pitchFamily="34" charset="0"/>
              </a:defRPr>
            </a:lvl4pPr>
            <a:lvl5pPr marL="1157288" indent="0" defTabSz="683880">
              <a:lnSpc>
                <a:spcPct val="110000"/>
              </a:lnSpc>
              <a:spcBef>
                <a:spcPts val="1200"/>
              </a:spcBef>
              <a:buClr>
                <a:schemeClr val="bg2"/>
              </a:buClr>
              <a:buFont typeface="+mj-lt"/>
              <a:buNone/>
              <a:tabLst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Arimo" panose="020B0604020202020204" pitchFamily="34" charset="0"/>
                <a:cs typeface="Arial" panose="020B0604020202020204" pitchFamily="34" charset="0"/>
              </a:defRPr>
            </a:lvl5pPr>
            <a:lvl6pPr marL="1880669" indent="-170970" defTabSz="683880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346"/>
            </a:lvl6pPr>
            <a:lvl7pPr marL="2222609" indent="-170970" defTabSz="683880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346"/>
            </a:lvl7pPr>
            <a:lvl8pPr marL="2564549" indent="-170970" defTabSz="683880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346"/>
            </a:lvl8pPr>
            <a:lvl9pPr marL="2906489" indent="-170970" defTabSz="683880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346"/>
            </a:lvl9pPr>
          </a:lstStyle>
          <a:p>
            <a:r>
              <a:rPr lang="en-US" sz="1600" dirty="0">
                <a:latin typeface="+mj-lt"/>
              </a:rPr>
              <a:t>La </a:t>
            </a:r>
            <a:r>
              <a:rPr lang="en-US" sz="1600" dirty="0" err="1">
                <a:latin typeface="+mj-lt"/>
              </a:rPr>
              <a:t>aparición</a:t>
            </a:r>
            <a:r>
              <a:rPr lang="en-US" sz="1600" dirty="0">
                <a:latin typeface="+mj-lt"/>
              </a:rPr>
              <a:t> del delirium </a:t>
            </a:r>
            <a:r>
              <a:rPr lang="en-US" sz="1600" dirty="0" err="1">
                <a:latin typeface="+mj-lt"/>
              </a:rPr>
              <a:t>responde</a:t>
            </a:r>
            <a:r>
              <a:rPr lang="en-US" sz="1600" dirty="0">
                <a:latin typeface="+mj-lt"/>
              </a:rPr>
              <a:t> a la </a:t>
            </a:r>
            <a:r>
              <a:rPr lang="en-US" sz="1600" dirty="0" err="1">
                <a:latin typeface="+mj-lt"/>
              </a:rPr>
              <a:t>interacción</a:t>
            </a:r>
            <a:r>
              <a:rPr lang="en-US" sz="1600" dirty="0">
                <a:latin typeface="+mj-lt"/>
              </a:rPr>
              <a:t> entre </a:t>
            </a:r>
            <a:r>
              <a:rPr lang="en-US" sz="1600" dirty="0" err="1">
                <a:latin typeface="+mj-lt"/>
              </a:rPr>
              <a:t>factores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propios</a:t>
            </a:r>
            <a:r>
              <a:rPr lang="en-US" sz="1600" dirty="0">
                <a:latin typeface="+mj-lt"/>
              </a:rPr>
              <a:t> del </a:t>
            </a:r>
            <a:r>
              <a:rPr lang="en-US" sz="1600" dirty="0" err="1">
                <a:latin typeface="+mj-lt"/>
              </a:rPr>
              <a:t>paciente</a:t>
            </a:r>
            <a:r>
              <a:rPr lang="en-US" sz="1600" dirty="0">
                <a:latin typeface="+mj-lt"/>
              </a:rPr>
              <a:t> y </a:t>
            </a:r>
            <a:r>
              <a:rPr lang="en-US" sz="1600" dirty="0" err="1">
                <a:latin typeface="+mj-lt"/>
              </a:rPr>
              <a:t>estímulos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externos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durante</a:t>
            </a:r>
            <a:r>
              <a:rPr lang="en-US" sz="1600" dirty="0">
                <a:latin typeface="+mj-lt"/>
              </a:rPr>
              <a:t> la </a:t>
            </a:r>
            <a:r>
              <a:rPr lang="en-US" sz="1600" dirty="0" err="1">
                <a:latin typeface="+mj-lt"/>
              </a:rPr>
              <a:t>hospitalización</a:t>
            </a:r>
            <a:r>
              <a:rPr lang="en-US" sz="1600" dirty="0">
                <a:latin typeface="+mj-lt"/>
              </a:rPr>
              <a:t>. </a:t>
            </a:r>
            <a:r>
              <a:rPr lang="es-ES" sz="1600" b="1" dirty="0">
                <a:latin typeface="+mj-lt"/>
              </a:rPr>
              <a:t>Cuantos más factores predisponentes estén presentes, menos factores precipitantes serán necesarios</a:t>
            </a:r>
            <a:r>
              <a:rPr lang="es-ES" sz="1600" dirty="0">
                <a:latin typeface="+mj-lt"/>
              </a:rPr>
              <a:t>. [2]</a:t>
            </a:r>
            <a:endParaRPr lang="en-US" sz="1600" dirty="0">
              <a:latin typeface="+mj-lt"/>
            </a:endParaRPr>
          </a:p>
        </p:txBody>
      </p:sp>
      <p:sp>
        <p:nvSpPr>
          <p:cNvPr id="18" name="Marcador de número de diapositiva 4">
            <a:extLst>
              <a:ext uri="{FF2B5EF4-FFF2-40B4-BE49-F238E27FC236}">
                <a16:creationId xmlns:a16="http://schemas.microsoft.com/office/drawing/2014/main" id="{5B287A8A-B1DD-DBF6-EE54-B828E8B2A0CB}"/>
              </a:ext>
            </a:extLst>
          </p:cNvPr>
          <p:cNvSpPr txBox="1">
            <a:spLocks/>
          </p:cNvSpPr>
          <p:nvPr/>
        </p:nvSpPr>
        <p:spPr>
          <a:xfrm>
            <a:off x="10869546" y="6459977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r" defTabSz="914400" rtl="0" eaLnBrk="1" latinLnBrk="0" hangingPunct="1">
              <a:defRPr sz="800" b="1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8A4874-EB40-4F4E-A810-C8A51532234E}" type="slidenum">
              <a:rPr lang="es-ES_tradnl" smtClean="0">
                <a:latin typeface="+mj-lt"/>
              </a:rPr>
              <a:pPr/>
              <a:t>3</a:t>
            </a:fld>
            <a:endParaRPr lang="es-ES_tradnl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4249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4510-5E93-9765-DF48-B5D7B7C81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4197144-EA15-D174-C08B-5AF588E1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7" y="955591"/>
            <a:ext cx="10618303" cy="1495794"/>
          </a:xfrm>
        </p:spPr>
        <p:txBody>
          <a:bodyPr/>
          <a:lstStyle/>
          <a:p>
            <a:r>
              <a:rPr lang="es-ES_tradnl" sz="3600" dirty="0">
                <a:latin typeface="+mj-lt"/>
              </a:rPr>
              <a:t>Incidencia del SCA. </a:t>
            </a:r>
            <a:r>
              <a:rPr lang="en-US" sz="3600" dirty="0">
                <a:solidFill>
                  <a:srgbClr val="649EFF"/>
                </a:solidFill>
                <a:latin typeface="+mj-lt"/>
              </a:rPr>
              <a:t>15-56 %</a:t>
            </a:r>
            <a:r>
              <a:rPr lang="en-US" sz="3600" baseline="30000" dirty="0">
                <a:solidFill>
                  <a:srgbClr val="649EFF"/>
                </a:solidFill>
                <a:latin typeface="+mj-lt"/>
              </a:rPr>
              <a:t>1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en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ancianos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durante</a:t>
            </a:r>
            <a:r>
              <a:rPr lang="en-US" sz="3600" dirty="0">
                <a:latin typeface="+mj-lt"/>
              </a:rPr>
              <a:t> la </a:t>
            </a:r>
            <a:r>
              <a:rPr lang="en-US" sz="3600" dirty="0" err="1">
                <a:latin typeface="+mj-lt"/>
              </a:rPr>
              <a:t>hospitalización</a:t>
            </a:r>
            <a:r>
              <a:rPr lang="en-US" sz="3600" b="0" dirty="0">
                <a:latin typeface="+mj-lt"/>
              </a:rPr>
              <a:t> [2]</a:t>
            </a:r>
            <a:br>
              <a:rPr lang="en-US" sz="3600" dirty="0">
                <a:latin typeface="+mj-lt"/>
              </a:rPr>
            </a:br>
            <a:endParaRPr lang="es-ES_tradnl" sz="3600" dirty="0">
              <a:latin typeface="+mj-lt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19F6C1-4EC2-3937-CB8A-6EBDEFA5E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9546" y="6459977"/>
            <a:ext cx="513997" cy="365125"/>
          </a:xfrm>
        </p:spPr>
        <p:txBody>
          <a:bodyPr/>
          <a:lstStyle/>
          <a:p>
            <a:fld id="{C88A4874-EB40-4F4E-A810-C8A51532234E}" type="slidenum">
              <a:rPr lang="es-ES_tradnl">
                <a:latin typeface="+mj-lt"/>
              </a:rPr>
              <a:pPr/>
              <a:t>4</a:t>
            </a:fld>
            <a:endParaRPr lang="es-ES_tradnl">
              <a:latin typeface="+mj-l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533F30BD-BC9B-E742-0B51-8B89BCF24C18}"/>
              </a:ext>
            </a:extLst>
          </p:cNvPr>
          <p:cNvSpPr/>
          <p:nvPr/>
        </p:nvSpPr>
        <p:spPr>
          <a:xfrm>
            <a:off x="4911258" y="955591"/>
            <a:ext cx="6271854" cy="661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endParaRPr lang="en-US" sz="3600" b="1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57EA7F2-CAF6-1F94-173E-F5100A059DAC}"/>
              </a:ext>
            </a:extLst>
          </p:cNvPr>
          <p:cNvSpPr txBox="1"/>
          <p:nvPr/>
        </p:nvSpPr>
        <p:spPr>
          <a:xfrm>
            <a:off x="485267" y="2194020"/>
            <a:ext cx="10770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La incidencia depende de múltiples factores, lo que explica el amplio rango observado en los estudios.</a:t>
            </a: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9F53CFEA-F509-1764-014B-66C869D6A1DD}"/>
              </a:ext>
            </a:extLst>
          </p:cNvPr>
          <p:cNvSpPr/>
          <p:nvPr/>
        </p:nvSpPr>
        <p:spPr>
          <a:xfrm>
            <a:off x="794814" y="5156454"/>
            <a:ext cx="245268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 err="1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Paciente</a:t>
            </a:r>
            <a:r>
              <a:rPr lang="en-US" sz="1550" b="1" dirty="0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550" b="1" dirty="0" err="1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ingresado</a:t>
            </a:r>
            <a:r>
              <a:rPr lang="en-US" sz="1550" dirty="0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 [3]</a:t>
            </a:r>
            <a:endParaRPr lang="en-US" sz="1600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C0C88B09-9E66-2C64-5B40-CA9459E06D3B}"/>
              </a:ext>
            </a:extLst>
          </p:cNvPr>
          <p:cNvSpPr/>
          <p:nvPr/>
        </p:nvSpPr>
        <p:spPr>
          <a:xfrm>
            <a:off x="794815" y="5443849"/>
            <a:ext cx="4267282" cy="248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Mezcla</a:t>
            </a:r>
            <a:r>
              <a:rPr lang="en-US" sz="12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de </a:t>
            </a:r>
            <a:r>
              <a:rPr lang="en-US" sz="12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pacientes</a:t>
            </a:r>
            <a:r>
              <a:rPr lang="en-US" sz="12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medicos y </a:t>
            </a:r>
            <a:r>
              <a:rPr lang="en-US" sz="12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quirúrgicos</a:t>
            </a:r>
            <a:r>
              <a:rPr lang="en-US" sz="12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2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en</a:t>
            </a:r>
            <a:r>
              <a:rPr lang="en-US" sz="12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los </a:t>
            </a:r>
            <a:r>
              <a:rPr lang="en-US" sz="12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estudios</a:t>
            </a:r>
            <a:r>
              <a:rPr lang="en-US" sz="12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.</a:t>
            </a:r>
            <a:endParaRPr lang="en-US" sz="1250" dirty="0">
              <a:latin typeface="+mj-lt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0C261255-B06F-49F2-60C5-E74DF85368D9}"/>
              </a:ext>
            </a:extLst>
          </p:cNvPr>
          <p:cNvGrpSpPr/>
          <p:nvPr/>
        </p:nvGrpSpPr>
        <p:grpSpPr>
          <a:xfrm>
            <a:off x="617818" y="2851245"/>
            <a:ext cx="4674935" cy="2098754"/>
            <a:chOff x="679490" y="2652356"/>
            <a:chExt cx="4674935" cy="2098754"/>
          </a:xfrm>
        </p:grpSpPr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DDB3AABE-526C-4359-7B36-08E9FF211186}"/>
                </a:ext>
              </a:extLst>
            </p:cNvPr>
            <p:cNvSpPr/>
            <p:nvPr/>
          </p:nvSpPr>
          <p:spPr>
            <a:xfrm>
              <a:off x="679490" y="2652356"/>
              <a:ext cx="4674935" cy="2098754"/>
            </a:xfrm>
            <a:prstGeom prst="roundRect">
              <a:avLst>
                <a:gd name="adj" fmla="val 2353"/>
              </a:avLst>
            </a:prstGeom>
            <a:solidFill>
              <a:srgbClr val="002D5D"/>
            </a:solidFill>
            <a:ln/>
          </p:spPr>
          <p:txBody>
            <a:bodyPr/>
            <a:lstStyle/>
            <a:p>
              <a:endParaRPr lang="es-ES">
                <a:latin typeface="+mj-lt"/>
              </a:endParaRPr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FC707D13-85CA-B89A-C88E-1AF00D6253A2}"/>
                </a:ext>
              </a:extLst>
            </p:cNvPr>
            <p:cNvSpPr/>
            <p:nvPr/>
          </p:nvSpPr>
          <p:spPr>
            <a:xfrm>
              <a:off x="856487" y="2815852"/>
              <a:ext cx="3507557" cy="2781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550" b="1" dirty="0" err="1">
                  <a:solidFill>
                    <a:srgbClr val="FFFFFF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Prevalencia</a:t>
              </a:r>
              <a:r>
                <a:rPr lang="en-US" sz="1550" b="1" dirty="0">
                  <a:solidFill>
                    <a:srgbClr val="FFFFFF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 </a:t>
              </a:r>
              <a:r>
                <a:rPr lang="en-US" sz="1550" b="1" dirty="0" err="1">
                  <a:solidFill>
                    <a:srgbClr val="FFFFFF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según</a:t>
              </a:r>
              <a:r>
                <a:rPr lang="en-US" sz="1550" b="1" dirty="0">
                  <a:solidFill>
                    <a:srgbClr val="FFFFFF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 </a:t>
              </a:r>
              <a:r>
                <a:rPr lang="en-US" sz="1550" b="1" dirty="0" err="1">
                  <a:solidFill>
                    <a:srgbClr val="FFFFFF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servicio</a:t>
              </a:r>
              <a:r>
                <a:rPr lang="en-US" sz="1550" b="1" dirty="0">
                  <a:solidFill>
                    <a:srgbClr val="FFFFFF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 hospitalario</a:t>
              </a:r>
              <a:endParaRPr lang="en-US" sz="1550" dirty="0">
                <a:latin typeface="+mj-lt"/>
              </a:endParaRPr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166D61D5-0A7E-6774-9F74-C816F40C60B3}"/>
                </a:ext>
              </a:extLst>
            </p:cNvPr>
            <p:cNvSpPr/>
            <p:nvPr/>
          </p:nvSpPr>
          <p:spPr>
            <a:xfrm>
              <a:off x="856488" y="3049931"/>
              <a:ext cx="4073058" cy="16409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1800"/>
                </a:lnSpc>
                <a:buSzPct val="100000"/>
                <a:buChar char="•"/>
              </a:pPr>
              <a:r>
                <a:rPr lang="en-US" sz="125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10–31 %</a:t>
              </a:r>
              <a:r>
                <a:rPr lang="en-US" sz="12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 en estancia </a:t>
              </a:r>
              <a:r>
                <a:rPr lang="en-US" sz="1250" dirty="0" err="1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hospitalaria</a:t>
              </a:r>
              <a:r>
                <a:rPr lang="en-US" sz="12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 general. [4]</a:t>
              </a:r>
              <a:endParaRPr lang="en-US" sz="1250" dirty="0">
                <a:latin typeface="+mj-lt"/>
              </a:endParaRPr>
            </a:p>
            <a:p>
              <a:pPr marL="342900" indent="-342900">
                <a:lnSpc>
                  <a:spcPts val="1800"/>
                </a:lnSpc>
                <a:buSzPct val="100000"/>
                <a:buChar char="•"/>
              </a:pPr>
              <a:r>
                <a:rPr lang="en-US" sz="125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35–37 %</a:t>
              </a:r>
              <a:r>
                <a:rPr lang="en-US" sz="12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 en la UCI.</a:t>
              </a:r>
              <a:r>
                <a:rPr lang="en-US" sz="1250" dirty="0">
                  <a:solidFill>
                    <a:srgbClr val="FFFFFF"/>
                  </a:solidFill>
                  <a:ea typeface="Inter" pitchFamily="34" charset="-122"/>
                  <a:cs typeface="Inter" pitchFamily="34" charset="-120"/>
                </a:rPr>
                <a:t> [4]</a:t>
              </a:r>
              <a:endParaRPr lang="en-US" sz="1250" dirty="0">
                <a:latin typeface="+mj-lt"/>
              </a:endParaRPr>
            </a:p>
            <a:p>
              <a:pPr marL="342900" indent="-342900">
                <a:lnSpc>
                  <a:spcPts val="1800"/>
                </a:lnSpc>
                <a:buSzPct val="100000"/>
                <a:buChar char="•"/>
              </a:pPr>
              <a:r>
                <a:rPr lang="en-US" sz="125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45 %</a:t>
              </a:r>
              <a:r>
                <a:rPr lang="en-US" sz="12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 en Medicina Interna al momento del </a:t>
              </a:r>
              <a:r>
                <a:rPr lang="en-US" sz="1250" dirty="0" err="1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alta.</a:t>
              </a:r>
              <a:r>
                <a:rPr lang="en-US" sz="1250" dirty="0">
                  <a:solidFill>
                    <a:srgbClr val="FFFFFF"/>
                  </a:solidFill>
                  <a:ea typeface="Inter" pitchFamily="34" charset="-122"/>
                  <a:cs typeface="Inter" pitchFamily="34" charset="-120"/>
                </a:rPr>
                <a:t> [4]</a:t>
              </a:r>
              <a:endParaRPr lang="en-US" sz="1250" dirty="0"/>
            </a:p>
            <a:p>
              <a:pPr marL="342900" indent="-342900">
                <a:lnSpc>
                  <a:spcPts val="1800"/>
                </a:lnSpc>
                <a:buSzPct val="100000"/>
                <a:buChar char="•"/>
              </a:pPr>
              <a:r>
                <a:rPr lang="en-US" sz="1250" b="1" dirty="0">
                  <a:solidFill>
                    <a:srgbClr val="FFFFFF"/>
                  </a:solidFill>
                  <a:ea typeface="Inter" pitchFamily="34" charset="-122"/>
                  <a:cs typeface="Inter" pitchFamily="34" charset="-120"/>
                </a:rPr>
                <a:t>85 %</a:t>
              </a:r>
              <a:r>
                <a:rPr lang="en-US" sz="1250" dirty="0">
                  <a:solidFill>
                    <a:srgbClr val="FFFFFF"/>
                  </a:solidFill>
                  <a:ea typeface="Inter" pitchFamily="34" charset="-122"/>
                  <a:cs typeface="Inter" pitchFamily="34" charset="-120"/>
                </a:rPr>
                <a:t> al final de </a:t>
              </a:r>
              <a:r>
                <a:rPr lang="en-US" sz="1250" dirty="0" err="1">
                  <a:solidFill>
                    <a:srgbClr val="FFFFFF"/>
                  </a:solidFill>
                  <a:ea typeface="Inter" pitchFamily="34" charset="-122"/>
                  <a:cs typeface="Inter" pitchFamily="34" charset="-120"/>
                </a:rPr>
                <a:t>vida</a:t>
              </a:r>
              <a:r>
                <a:rPr lang="en-US" sz="1250" dirty="0">
                  <a:solidFill>
                    <a:srgbClr val="FFFFFF"/>
                  </a:solidFill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250" dirty="0" err="1">
                  <a:solidFill>
                    <a:srgbClr val="FFFFFF"/>
                  </a:solidFill>
                  <a:ea typeface="Inter" pitchFamily="34" charset="-122"/>
                  <a:cs typeface="Inter" pitchFamily="34" charset="-120"/>
                </a:rPr>
                <a:t>en</a:t>
              </a:r>
              <a:r>
                <a:rPr lang="en-US" sz="1250" dirty="0">
                  <a:solidFill>
                    <a:srgbClr val="FFFFFF"/>
                  </a:solidFill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250" dirty="0" err="1">
                  <a:solidFill>
                    <a:srgbClr val="FFFFFF"/>
                  </a:solidFill>
                  <a:ea typeface="Inter" pitchFamily="34" charset="-122"/>
                  <a:cs typeface="Inter" pitchFamily="34" charset="-120"/>
                </a:rPr>
                <a:t>cuidados</a:t>
              </a:r>
              <a:r>
                <a:rPr lang="en-US" sz="1250" dirty="0">
                  <a:solidFill>
                    <a:srgbClr val="FFFFFF"/>
                  </a:solidFill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250" dirty="0" err="1">
                  <a:solidFill>
                    <a:srgbClr val="FFFFFF"/>
                  </a:solidFill>
                  <a:ea typeface="Inter" pitchFamily="34" charset="-122"/>
                  <a:cs typeface="Inter" pitchFamily="34" charset="-120"/>
                </a:rPr>
                <a:t>paliativos</a:t>
              </a:r>
              <a:r>
                <a:rPr lang="en-US" sz="1250" dirty="0">
                  <a:solidFill>
                    <a:srgbClr val="FFFFFF"/>
                  </a:solidFill>
                  <a:ea typeface="Inter" pitchFamily="34" charset="-122"/>
                  <a:cs typeface="Inter" pitchFamily="34" charset="-120"/>
                </a:rPr>
                <a:t>. [2]</a:t>
              </a:r>
              <a:endParaRPr lang="en-US" sz="1250" dirty="0">
                <a:latin typeface="+mj-lt"/>
              </a:endParaRPr>
            </a:p>
            <a:p>
              <a:pPr marL="342900" indent="-342900" algn="l">
                <a:lnSpc>
                  <a:spcPts val="1800"/>
                </a:lnSpc>
                <a:buSzPct val="100000"/>
                <a:buChar char="•"/>
              </a:pPr>
              <a:r>
                <a:rPr lang="en-US" sz="125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15–25 %</a:t>
              </a:r>
              <a:r>
                <a:rPr lang="en-US" sz="12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 después de una cirugía </a:t>
              </a:r>
              <a:r>
                <a:rPr lang="en-US" sz="1250" dirty="0" err="1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electiva</a:t>
              </a:r>
              <a:r>
                <a:rPr lang="en-US" sz="12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 mayor. [2]</a:t>
              </a:r>
              <a:endParaRPr lang="en-US" sz="1250" dirty="0">
                <a:latin typeface="+mj-lt"/>
              </a:endParaRPr>
            </a:p>
            <a:p>
              <a:pPr marL="342900" indent="-342900">
                <a:lnSpc>
                  <a:spcPts val="1800"/>
                </a:lnSpc>
                <a:buSzPct val="100000"/>
                <a:buChar char="•"/>
              </a:pPr>
              <a:r>
                <a:rPr lang="en-US" sz="125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50 %</a:t>
              </a:r>
              <a:r>
                <a:rPr lang="en-US" sz="12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 después de </a:t>
              </a:r>
              <a:r>
                <a:rPr lang="en-US" sz="1250" dirty="0" err="1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procedimientos</a:t>
              </a:r>
              <a:r>
                <a:rPr lang="en-US" sz="12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 de alto </a:t>
              </a:r>
              <a:r>
                <a:rPr lang="en-US" sz="1250" dirty="0" err="1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riesgo</a:t>
              </a:r>
              <a:r>
                <a:rPr lang="en-US" sz="12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.</a:t>
              </a:r>
              <a:r>
                <a:rPr lang="en-US" sz="1250" dirty="0">
                  <a:solidFill>
                    <a:srgbClr val="FFFFFF"/>
                  </a:solidFill>
                  <a:ea typeface="Inter" pitchFamily="34" charset="-122"/>
                  <a:cs typeface="Inter" pitchFamily="34" charset="-120"/>
                </a:rPr>
                <a:t> [2]</a:t>
              </a:r>
              <a:endParaRPr lang="en-US" sz="1250" dirty="0">
                <a:latin typeface="+mj-lt"/>
              </a:endParaRPr>
            </a:p>
          </p:txBody>
        </p:sp>
      </p:grpSp>
      <p:sp>
        <p:nvSpPr>
          <p:cNvPr id="9" name="Text 10">
            <a:extLst>
              <a:ext uri="{FF2B5EF4-FFF2-40B4-BE49-F238E27FC236}">
                <a16:creationId xmlns:a16="http://schemas.microsoft.com/office/drawing/2014/main" id="{2E5302A5-7B8E-7362-B77A-E35FA934E8A4}"/>
              </a:ext>
            </a:extLst>
          </p:cNvPr>
          <p:cNvSpPr/>
          <p:nvPr/>
        </p:nvSpPr>
        <p:spPr>
          <a:xfrm>
            <a:off x="5926847" y="285124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Infradiagnóstico</a:t>
            </a:r>
            <a:endParaRPr lang="en-US" sz="1550" dirty="0">
              <a:latin typeface="+mj-lt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02B695EC-59C1-1594-5F7C-67FA89CD7B0C}"/>
              </a:ext>
            </a:extLst>
          </p:cNvPr>
          <p:cNvSpPr/>
          <p:nvPr/>
        </p:nvSpPr>
        <p:spPr>
          <a:xfrm>
            <a:off x="5926847" y="3099252"/>
            <a:ext cx="4337025" cy="498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Debido a las diferentes formas en </a:t>
            </a:r>
            <a:r>
              <a:rPr lang="en-US" sz="12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que</a:t>
            </a:r>
            <a:r>
              <a:rPr lang="en-US" sz="12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2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aparece</a:t>
            </a:r>
            <a:r>
              <a:rPr lang="en-US" sz="12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: </a:t>
            </a:r>
            <a:r>
              <a:rPr lang="en-US" sz="12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hiperactivo</a:t>
            </a:r>
            <a:r>
              <a:rPr lang="en-US" sz="12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, </a:t>
            </a:r>
            <a:r>
              <a:rPr lang="en-US" sz="12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hipoactivo</a:t>
            </a:r>
            <a:r>
              <a:rPr lang="en-US" sz="12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o </a:t>
            </a:r>
            <a:r>
              <a:rPr lang="en-US" sz="12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mixto</a:t>
            </a:r>
            <a:r>
              <a:rPr lang="en-US" sz="12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.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A3503BF-28DC-C303-9EB0-D37F224CE655}"/>
              </a:ext>
            </a:extLst>
          </p:cNvPr>
          <p:cNvSpPr/>
          <p:nvPr/>
        </p:nvSpPr>
        <p:spPr>
          <a:xfrm>
            <a:off x="5926847" y="3873428"/>
            <a:ext cx="489396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 err="1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Momento</a:t>
            </a:r>
            <a:r>
              <a:rPr lang="en-US" sz="1550" b="1" dirty="0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 del </a:t>
            </a:r>
            <a:r>
              <a:rPr lang="en-US" sz="1550" b="1" dirty="0" err="1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diagnóstico</a:t>
            </a:r>
            <a:endParaRPr lang="en-US" sz="1550" dirty="0">
              <a:latin typeface="+mj-lt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019D334-3059-FDFC-9FD4-068A392612CC}"/>
              </a:ext>
            </a:extLst>
          </p:cNvPr>
          <p:cNvSpPr/>
          <p:nvPr/>
        </p:nvSpPr>
        <p:spPr>
          <a:xfrm>
            <a:off x="5926847" y="4121435"/>
            <a:ext cx="4337025" cy="785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s-ES" sz="1250" dirty="0">
                <a:solidFill>
                  <a:srgbClr val="003865"/>
                </a:solidFill>
                <a:latin typeface="+mj-lt"/>
                <a:ea typeface="Inter" pitchFamily="34" charset="-122"/>
              </a:rPr>
              <a:t>Prevalente: detectado en el momento del ingreso.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s-ES" sz="1250" dirty="0">
                <a:solidFill>
                  <a:srgbClr val="003865"/>
                </a:solidFill>
                <a:latin typeface="+mj-lt"/>
                <a:ea typeface="Inter" pitchFamily="34" charset="-122"/>
              </a:rPr>
              <a:t>Incidente: aparece durante la hospitalización.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s-ES" sz="1250" dirty="0">
                <a:solidFill>
                  <a:srgbClr val="003865"/>
                </a:solidFill>
                <a:latin typeface="+mj-lt"/>
                <a:ea typeface="Inter" pitchFamily="34" charset="-122"/>
              </a:rPr>
              <a:t>Al alta: identificado al momento de alta.</a:t>
            </a:r>
            <a:endParaRPr lang="en-US" sz="1250" dirty="0">
              <a:solidFill>
                <a:srgbClr val="003865"/>
              </a:solidFill>
              <a:latin typeface="+mj-lt"/>
              <a:ea typeface="Inter" pitchFamily="34" charset="-122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5EFECA20-E0C9-DFDF-4F87-93CCBFECA493}"/>
              </a:ext>
            </a:extLst>
          </p:cNvPr>
          <p:cNvSpPr/>
          <p:nvPr/>
        </p:nvSpPr>
        <p:spPr>
          <a:xfrm>
            <a:off x="5926847" y="5156454"/>
            <a:ext cx="489396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 err="1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Horario</a:t>
            </a:r>
            <a:r>
              <a:rPr lang="en-US" sz="1550" b="1" dirty="0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 de </a:t>
            </a:r>
            <a:r>
              <a:rPr lang="en-US" sz="1550" b="1" dirty="0" err="1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exploración</a:t>
            </a:r>
            <a:endParaRPr lang="en-US" sz="1550" dirty="0">
              <a:latin typeface="+mj-lt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BC288F91-8970-111F-F7B0-7F44071E9488}"/>
              </a:ext>
            </a:extLst>
          </p:cNvPr>
          <p:cNvSpPr/>
          <p:nvPr/>
        </p:nvSpPr>
        <p:spPr>
          <a:xfrm>
            <a:off x="5926848" y="5443849"/>
            <a:ext cx="5329416" cy="100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003865"/>
                </a:solidFill>
                <a:latin typeface="+mj-lt"/>
                <a:ea typeface="Inter" pitchFamily="34" charset="-122"/>
              </a:rPr>
              <a:t>M</a:t>
            </a:r>
            <a:r>
              <a:rPr lang="es-ES" sz="1250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atinal</a:t>
            </a:r>
            <a:r>
              <a:rPr lang="es-ES" sz="1250" dirty="0">
                <a:solidFill>
                  <a:srgbClr val="003865"/>
                </a:solidFill>
                <a:latin typeface="+mj-lt"/>
                <a:ea typeface="Inter" pitchFamily="34" charset="-122"/>
              </a:rPr>
              <a:t>, si se presentan la mayoría de los síntomas por la mañana y existe mejora durante el día. Nocturno, si aparece al atardecer o por la noche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s-ES" sz="1250" dirty="0">
                <a:solidFill>
                  <a:srgbClr val="003865"/>
                </a:solidFill>
                <a:latin typeface="+mj-lt"/>
                <a:ea typeface="Inter" pitchFamily="34" charset="-122"/>
              </a:rPr>
              <a:t>En general, más frecuente al atardecer. [5]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s-ES" sz="1250" dirty="0">
                <a:solidFill>
                  <a:srgbClr val="003865"/>
                </a:solidFill>
                <a:latin typeface="+mj-lt"/>
                <a:ea typeface="Inter" pitchFamily="34" charset="-122"/>
              </a:rPr>
              <a:t>Estudios recientes no reportan tantas diferencias entre matinal y nocturnos. [6]</a:t>
            </a:r>
            <a:endParaRPr lang="en-US" sz="1250" dirty="0">
              <a:solidFill>
                <a:srgbClr val="003865"/>
              </a:solidFill>
              <a:latin typeface="+mj-lt"/>
              <a:ea typeface="Inter" pitchFamily="34" charset="-122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4AC10B-7D4D-4136-0F10-98E74A7D9617}"/>
              </a:ext>
            </a:extLst>
          </p:cNvPr>
          <p:cNvSpPr txBox="1"/>
          <p:nvPr/>
        </p:nvSpPr>
        <p:spPr>
          <a:xfrm>
            <a:off x="0" y="6596390"/>
            <a:ext cx="115939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i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Media </a:t>
            </a:r>
            <a:r>
              <a:rPr lang="en-US" sz="1100" i="1" dirty="0" err="1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hospitalaria</a:t>
            </a:r>
            <a:r>
              <a:rPr lang="en-US" sz="1100" i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.</a:t>
            </a:r>
            <a:endParaRPr lang="es-ES" sz="1100" i="1" dirty="0">
              <a:solidFill>
                <a:schemeClr val="bg1">
                  <a:lumMod val="50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99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1C3EE-7420-9ACB-E00B-C881B89B1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93F1542-8B79-677E-4793-6C021A40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7" y="955591"/>
            <a:ext cx="10618303" cy="498598"/>
          </a:xfrm>
        </p:spPr>
        <p:txBody>
          <a:bodyPr/>
          <a:lstStyle/>
          <a:p>
            <a:r>
              <a:rPr lang="es-ES_tradnl" sz="3600" dirty="0">
                <a:latin typeface="+mj-lt"/>
              </a:rPr>
              <a:t>Detección del SCA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A4778C-2F03-E1A4-ABEB-FADD0BA011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9546" y="6459977"/>
            <a:ext cx="513997" cy="365125"/>
          </a:xfrm>
        </p:spPr>
        <p:txBody>
          <a:bodyPr/>
          <a:lstStyle/>
          <a:p>
            <a:fld id="{C88A4874-EB40-4F4E-A810-C8A51532234E}" type="slidenum">
              <a:rPr lang="es-ES_tradnl">
                <a:latin typeface="+mj-lt"/>
              </a:rPr>
              <a:pPr/>
              <a:t>5</a:t>
            </a:fld>
            <a:endParaRPr lang="es-ES_tradnl">
              <a:latin typeface="+mj-l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F75EBA93-2D54-2EAA-1EB4-5156C6736980}"/>
              </a:ext>
            </a:extLst>
          </p:cNvPr>
          <p:cNvSpPr/>
          <p:nvPr/>
        </p:nvSpPr>
        <p:spPr>
          <a:xfrm>
            <a:off x="4911258" y="955591"/>
            <a:ext cx="6271854" cy="661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endParaRPr lang="en-US" sz="3600" b="1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4A074C8-1B7D-4417-8181-967C353D4BEF}"/>
              </a:ext>
            </a:extLst>
          </p:cNvPr>
          <p:cNvSpPr txBox="1"/>
          <p:nvPr/>
        </p:nvSpPr>
        <p:spPr>
          <a:xfrm>
            <a:off x="485267" y="1502688"/>
            <a:ext cx="115939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La </a:t>
            </a:r>
            <a:r>
              <a:rPr lang="en-US" dirty="0" err="1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herramienta</a:t>
            </a:r>
            <a:r>
              <a:rPr lang="en-U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uso</a:t>
            </a:r>
            <a:r>
              <a:rPr lang="en-U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 habitual para </a:t>
            </a:r>
            <a:r>
              <a:rPr lang="en-US" dirty="0" err="1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el</a:t>
            </a:r>
            <a:r>
              <a:rPr lang="en-U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diagnóstico</a:t>
            </a:r>
            <a:r>
              <a:rPr lang="en-U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 de SCA es </a:t>
            </a:r>
            <a:r>
              <a:rPr lang="en-US" dirty="0" err="1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el</a:t>
            </a:r>
            <a:r>
              <a:rPr lang="en-U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Confusion Assessment Method (CAM)</a:t>
            </a:r>
            <a:r>
              <a:rPr lang="en-U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. [6] </a:t>
            </a:r>
            <a:r>
              <a:rPr lang="es-ES" dirty="0">
                <a:solidFill>
                  <a:schemeClr val="tx2"/>
                </a:solidFill>
                <a:cs typeface="Arial" panose="020B0604020202020204" pitchFamily="34" charset="0"/>
              </a:rPr>
              <a:t>Varias revisiones sistemáticas respaldan este método </a:t>
            </a:r>
            <a:r>
              <a:rPr lang="es-ES" b="1" dirty="0">
                <a:solidFill>
                  <a:schemeClr val="tx2"/>
                </a:solidFill>
                <a:cs typeface="Arial" panose="020B0604020202020204" pitchFamily="34" charset="0"/>
              </a:rPr>
              <a:t>como la herramienta de evaluación clínica más útil</a:t>
            </a:r>
            <a:r>
              <a:rPr lang="es-ES" dirty="0">
                <a:solidFill>
                  <a:schemeClr val="tx2"/>
                </a:solidFill>
                <a:cs typeface="Arial" panose="020B0604020202020204" pitchFamily="34" charset="0"/>
              </a:rPr>
              <a:t>. [2]</a:t>
            </a:r>
          </a:p>
          <a:p>
            <a:pPr marL="742950" lvl="1" indent="-285750">
              <a:buFontTx/>
              <a:buChar char="-"/>
            </a:pPr>
            <a:r>
              <a:rPr lang="es-ES" b="1" dirty="0">
                <a:solidFill>
                  <a:schemeClr val="tx2"/>
                </a:solidFill>
                <a:cs typeface="Arial" panose="020B0604020202020204" pitchFamily="34" charset="0"/>
              </a:rPr>
              <a:t>Se: 94-100 %. Sp: 90-95 %.</a:t>
            </a:r>
            <a:endParaRPr lang="es-ES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endParaRPr lang="es-ES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endParaRPr lang="es-ES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s-E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El algoritmo CAM </a:t>
            </a:r>
            <a:r>
              <a:rPr lang="es-ES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establece el diagnóstico de delirio según la presencia de cuatro rasgos</a:t>
            </a:r>
            <a:r>
              <a:rPr lang="es-E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. [2]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B8580D7-B20E-371B-F2C2-D34B88487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16" y="3770931"/>
            <a:ext cx="8353569" cy="19082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Assessment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(CAM)</a:t>
            </a:r>
            <a:endParaRPr lang="es-ES" altLang="es-E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s-ES" altLang="es-E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La presencia de delirio requiere la presencia de los rasgos 1 y 2, y del 3 o del 4: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E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Cambio agudo en el estado mental con un curso fluctuante (rasgo 1)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E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Falta de atención (rasgo 2)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E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Pensamiento desorganizado (rasgo 3)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ES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Alteración del nivel de conciencia (rasgo 4)</a:t>
            </a:r>
          </a:p>
        </p:txBody>
      </p:sp>
    </p:spTree>
    <p:extLst>
      <p:ext uri="{BB962C8B-B14F-4D97-AF65-F5344CB8AC3E}">
        <p14:creationId xmlns:p14="http://schemas.microsoft.com/office/powerpoint/2010/main" val="149868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EAF20-EFE4-A3BB-781F-6167309A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FE881F7-58FB-F0AA-7F4F-09294B43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7" y="955591"/>
            <a:ext cx="10618303" cy="498598"/>
          </a:xfrm>
        </p:spPr>
        <p:txBody>
          <a:bodyPr/>
          <a:lstStyle/>
          <a:p>
            <a:r>
              <a:rPr lang="es-ES_tradnl" sz="3600" dirty="0">
                <a:latin typeface="+mj-lt"/>
              </a:rPr>
              <a:t>Detección del SCA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DE02C3-8511-E35E-5A7E-DF8D56658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9546" y="6459977"/>
            <a:ext cx="513997" cy="365125"/>
          </a:xfrm>
        </p:spPr>
        <p:txBody>
          <a:bodyPr/>
          <a:lstStyle/>
          <a:p>
            <a:fld id="{C88A4874-EB40-4F4E-A810-C8A51532234E}" type="slidenum">
              <a:rPr lang="es-ES_tradnl">
                <a:latin typeface="+mj-lt"/>
              </a:rPr>
              <a:pPr/>
              <a:t>6</a:t>
            </a:fld>
            <a:endParaRPr lang="es-ES_tradnl">
              <a:latin typeface="+mj-l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990B816-1E7E-A027-D83F-50E48AC35CB3}"/>
              </a:ext>
            </a:extLst>
          </p:cNvPr>
          <p:cNvSpPr/>
          <p:nvPr/>
        </p:nvSpPr>
        <p:spPr>
          <a:xfrm>
            <a:off x="4911258" y="955591"/>
            <a:ext cx="6271854" cy="661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endParaRPr lang="en-US" sz="3600" b="1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050515D-E104-3831-5F9C-CBCBB531252E}"/>
              </a:ext>
            </a:extLst>
          </p:cNvPr>
          <p:cNvSpPr txBox="1"/>
          <p:nvPr/>
        </p:nvSpPr>
        <p:spPr>
          <a:xfrm>
            <a:off x="476124" y="2476750"/>
            <a:ext cx="11117834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Como alternativa, los </a:t>
            </a:r>
            <a:r>
              <a:rPr lang="es-ES" sz="2000" b="1" dirty="0" err="1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brief-methods</a:t>
            </a:r>
            <a:r>
              <a:rPr lang="es-ES" sz="20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 basados ​​en el CAM</a:t>
            </a:r>
            <a:r>
              <a:rPr lang="es-ES" sz="20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 que incorporan pruebas del estado mental muestran mayor sensibilidad [2].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es-ES" sz="20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Método de Evaluación de la Confusión para la Unidad de Cuidados Intensivos (</a:t>
            </a:r>
            <a:r>
              <a:rPr lang="es-ES" sz="20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CAM-ICU</a:t>
            </a:r>
            <a:r>
              <a:rPr lang="es-ES" sz="20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).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es-ES" sz="20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Método Breve de Evaluación de la Confusión (</a:t>
            </a:r>
            <a:r>
              <a:rPr lang="es-ES" sz="2000" b="1" dirty="0" err="1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bCAM</a:t>
            </a:r>
            <a:r>
              <a:rPr lang="es-ES" sz="20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) para pacientes del servicio de Urgencias.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es-ES" sz="20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Entrevista Diagnóstica de 3 Minutos para el Delirio mediante el Método de Evaluación de la Confusión (</a:t>
            </a:r>
            <a:r>
              <a:rPr lang="es-ES" sz="2000" b="1" u="sng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3D-CAM</a:t>
            </a:r>
            <a:r>
              <a:rPr lang="es-ES" sz="2000" b="1" baseline="300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es-ES" sz="20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) para pacientes de Medicina General.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es-ES" sz="20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Care Delirium Screening </a:t>
            </a:r>
            <a:r>
              <a:rPr lang="es-ES" sz="2000" b="1" dirty="0" err="1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Checklist</a:t>
            </a:r>
            <a:r>
              <a:rPr lang="es-ES" sz="20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600"/>
              </a:spcAft>
            </a:pPr>
            <a:endParaRPr lang="es-ES" sz="2000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s-ES" sz="20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Otros métodos que no se basan en el CAM: 4AT. [2]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89C5E84-0ADE-9EDA-69BA-A43FA12DC9FA}"/>
              </a:ext>
            </a:extLst>
          </p:cNvPr>
          <p:cNvSpPr txBox="1"/>
          <p:nvPr/>
        </p:nvSpPr>
        <p:spPr>
          <a:xfrm>
            <a:off x="0" y="6596390"/>
            <a:ext cx="115939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i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3-Minute Diagnostic Interview for Delirium Using the Confusion Assessment Method (3D-CAM) </a:t>
            </a:r>
            <a:r>
              <a:rPr lang="en-US" sz="1100" i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[2] </a:t>
            </a:r>
            <a:r>
              <a:rPr lang="en-US" sz="1100" i="1" dirty="0" err="1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en</a:t>
            </a:r>
            <a:r>
              <a:rPr lang="en-US" sz="1100" i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los </a:t>
            </a:r>
            <a:r>
              <a:rPr lang="en-US" sz="1100" i="1" dirty="0" err="1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Anexos</a:t>
            </a:r>
            <a:r>
              <a:rPr lang="en-US" sz="1100" i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.</a:t>
            </a:r>
            <a:endParaRPr lang="es-ES" sz="1100" i="1" dirty="0">
              <a:solidFill>
                <a:schemeClr val="bg1">
                  <a:lumMod val="50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35B5CEF-637F-D8AF-9B1D-475DC7100E5E}"/>
              </a:ext>
            </a:extLst>
          </p:cNvPr>
          <p:cNvGrpSpPr/>
          <p:nvPr/>
        </p:nvGrpSpPr>
        <p:grpSpPr>
          <a:xfrm>
            <a:off x="402336" y="1616483"/>
            <a:ext cx="11356848" cy="781197"/>
            <a:chOff x="485267" y="1753643"/>
            <a:chExt cx="10022577" cy="781197"/>
          </a:xfrm>
        </p:grpSpPr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EDA964A2-6606-38BA-0DB2-4966E1A37E46}"/>
                </a:ext>
              </a:extLst>
            </p:cNvPr>
            <p:cNvSpPr/>
            <p:nvPr/>
          </p:nvSpPr>
          <p:spPr>
            <a:xfrm>
              <a:off x="485267" y="1753643"/>
              <a:ext cx="10022577" cy="588386"/>
            </a:xfrm>
            <a:prstGeom prst="roundRect">
              <a:avLst>
                <a:gd name="adj" fmla="val 9395"/>
              </a:avLst>
            </a:prstGeom>
            <a:solidFill>
              <a:srgbClr val="CCDFFF"/>
            </a:solidFill>
            <a:ln/>
          </p:spPr>
          <p:txBody>
            <a:bodyPr/>
            <a:lstStyle/>
            <a:p>
              <a:endParaRPr lang="es-ES">
                <a:latin typeface="+mj-lt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FCA77722-0F62-AC8C-8952-9D3BE7A53FDF}"/>
                </a:ext>
              </a:extLst>
            </p:cNvPr>
            <p:cNvSpPr txBox="1"/>
            <p:nvPr/>
          </p:nvSpPr>
          <p:spPr>
            <a:xfrm>
              <a:off x="655950" y="1826954"/>
              <a:ext cx="968121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chemeClr val="tx2"/>
                  </a:solidFill>
                  <a:latin typeface="+mj-lt"/>
                  <a:cs typeface="Arial" panose="020B0604020202020204" pitchFamily="34" charset="0"/>
                </a:rPr>
                <a:t>La evaluación de los rasgos del CAM durante la atención rutinaria tiene una baja sensibilidad.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7220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0E648-D9BF-0206-9B7D-3EFCDDE1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9EDB423-FB9F-DA9E-3AA2-1E497EFEC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7" y="955591"/>
            <a:ext cx="11126303" cy="997196"/>
          </a:xfrm>
        </p:spPr>
        <p:txBody>
          <a:bodyPr/>
          <a:lstStyle/>
          <a:p>
            <a:r>
              <a:rPr lang="es-ES" sz="3600" dirty="0">
                <a:latin typeface="+mj-lt"/>
              </a:rPr>
              <a:t>Prevención</a:t>
            </a:r>
            <a:br>
              <a:rPr lang="en-US" sz="3600" dirty="0">
                <a:latin typeface="+mj-lt"/>
              </a:rPr>
            </a:br>
            <a:endParaRPr lang="es-ES_tradnl" sz="3600" dirty="0">
              <a:latin typeface="+mj-lt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82890B-2F83-3567-297B-F459A747A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9546" y="6459977"/>
            <a:ext cx="513997" cy="365125"/>
          </a:xfrm>
        </p:spPr>
        <p:txBody>
          <a:bodyPr/>
          <a:lstStyle/>
          <a:p>
            <a:fld id="{C88A4874-EB40-4F4E-A810-C8A51532234E}" type="slidenum">
              <a:rPr lang="es-ES_tradnl">
                <a:latin typeface="+mj-lt"/>
              </a:rPr>
              <a:pPr/>
              <a:t>7</a:t>
            </a:fld>
            <a:endParaRPr lang="es-ES_tradnl">
              <a:latin typeface="+mj-lt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E174EF0-A8FB-3F26-17DD-8D8DCFA1B1A5}"/>
              </a:ext>
            </a:extLst>
          </p:cNvPr>
          <p:cNvSpPr txBox="1"/>
          <p:nvPr/>
        </p:nvSpPr>
        <p:spPr>
          <a:xfrm>
            <a:off x="485267" y="1707689"/>
            <a:ext cx="110323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rgbClr val="003865"/>
                </a:solidFill>
                <a:latin typeface="+mj-lt"/>
                <a:ea typeface="Inter" pitchFamily="34" charset="-122"/>
              </a:rPr>
              <a:t>La detección precoz mediante el uso de escalas validadas y objetivas y las intervenciones de orientación en los pacientes susceptibles disminuye el riesgo de delirium en pacientes mayores ingresados.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53B013FA-4E8B-8A48-9DB8-063EABA0B1F8}"/>
              </a:ext>
            </a:extLst>
          </p:cNvPr>
          <p:cNvSpPr/>
          <p:nvPr/>
        </p:nvSpPr>
        <p:spPr>
          <a:xfrm>
            <a:off x="1090963" y="4636470"/>
            <a:ext cx="10022578" cy="1137016"/>
          </a:xfrm>
          <a:prstGeom prst="roundRect">
            <a:avLst>
              <a:gd name="adj" fmla="val 9395"/>
            </a:avLst>
          </a:prstGeom>
          <a:solidFill>
            <a:srgbClr val="CCDFFF"/>
          </a:solidFill>
          <a:ln/>
        </p:spPr>
        <p:txBody>
          <a:bodyPr/>
          <a:lstStyle/>
          <a:p>
            <a:endParaRPr lang="es-ES">
              <a:latin typeface="+mj-lt"/>
            </a:endParaRPr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FF4BAD4E-7667-25AF-69F1-409EE98203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2114" y="5033687"/>
            <a:ext cx="297656" cy="297656"/>
          </a:xfrm>
          <a:prstGeom prst="rect">
            <a:avLst/>
          </a:prstGeom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E8E1C250-4279-29B5-0465-848EDAF9A526}"/>
              </a:ext>
            </a:extLst>
          </p:cNvPr>
          <p:cNvSpPr/>
          <p:nvPr/>
        </p:nvSpPr>
        <p:spPr>
          <a:xfrm>
            <a:off x="2076431" y="500112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No farmacológica</a:t>
            </a:r>
            <a:endParaRPr lang="en-US" sz="1950" dirty="0">
              <a:latin typeface="+mj-lt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10A5531A-0E83-6337-7EDC-89B34088B63C}"/>
              </a:ext>
            </a:extLst>
          </p:cNvPr>
          <p:cNvSpPr/>
          <p:nvPr/>
        </p:nvSpPr>
        <p:spPr>
          <a:xfrm>
            <a:off x="4720848" y="4715044"/>
            <a:ext cx="5745583" cy="807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Intervenciones</a:t>
            </a:r>
            <a:r>
              <a:rPr lang="en-US" sz="15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orientadas al entorno, la movilización, la estimulación cognitiva y el control de factores de riesgo modificables.</a:t>
            </a:r>
            <a:endParaRPr lang="en-US" sz="1550" dirty="0">
              <a:latin typeface="+mj-lt"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8FBC7C48-6ACF-4444-E91A-7AE01DD9F480}"/>
              </a:ext>
            </a:extLst>
          </p:cNvPr>
          <p:cNvSpPr/>
          <p:nvPr/>
        </p:nvSpPr>
        <p:spPr>
          <a:xfrm>
            <a:off x="1084513" y="3236308"/>
            <a:ext cx="10022577" cy="1015662"/>
          </a:xfrm>
          <a:prstGeom prst="roundRect">
            <a:avLst>
              <a:gd name="adj" fmla="val 9395"/>
            </a:avLst>
          </a:prstGeom>
          <a:solidFill>
            <a:srgbClr val="CCDFFF"/>
          </a:solidFill>
          <a:ln/>
        </p:spPr>
        <p:txBody>
          <a:bodyPr/>
          <a:lstStyle/>
          <a:p>
            <a:endParaRPr lang="es-ES">
              <a:latin typeface="+mj-lt"/>
            </a:endParaRPr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3337C5F3-DC23-240A-DD19-BF08DC1C1A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2114" y="3587155"/>
            <a:ext cx="297656" cy="297656"/>
          </a:xfrm>
          <a:prstGeom prst="rect">
            <a:avLst/>
          </a:prstGeom>
        </p:spPr>
      </p:pic>
      <p:sp>
        <p:nvSpPr>
          <p:cNvPr id="34" name="Text 9">
            <a:extLst>
              <a:ext uri="{FF2B5EF4-FFF2-40B4-BE49-F238E27FC236}">
                <a16:creationId xmlns:a16="http://schemas.microsoft.com/office/drawing/2014/main" id="{F292CF2E-A0D1-E39B-29FD-AF2081A0C1C2}"/>
              </a:ext>
            </a:extLst>
          </p:cNvPr>
          <p:cNvSpPr/>
          <p:nvPr/>
        </p:nvSpPr>
        <p:spPr>
          <a:xfrm>
            <a:off x="2076431" y="35746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Farmacológica</a:t>
            </a:r>
            <a:endParaRPr lang="en-US" sz="1950" dirty="0">
              <a:latin typeface="+mj-lt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96B51CFD-51C3-2D39-949D-3AE43D2454A4}"/>
              </a:ext>
            </a:extLst>
          </p:cNvPr>
          <p:cNvSpPr/>
          <p:nvPr/>
        </p:nvSpPr>
        <p:spPr>
          <a:xfrm>
            <a:off x="4720848" y="3253572"/>
            <a:ext cx="5745584" cy="5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Se considera únicamente </a:t>
            </a:r>
            <a:r>
              <a:rPr lang="en-US" sz="1550" b="1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si las intervenciones no farmacológicas no funcionan</a:t>
            </a:r>
            <a:r>
              <a:rPr lang="en-US" sz="15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. No constituye la primera opción terapéutica.</a:t>
            </a:r>
            <a:endParaRPr lang="en-US" sz="15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99906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7D6AD-8FD8-DA63-2C8C-12FB04A52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EE8EACC-8075-C031-B982-3B4E2459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7" y="955591"/>
            <a:ext cx="11126303" cy="498598"/>
          </a:xfrm>
        </p:spPr>
        <p:txBody>
          <a:bodyPr/>
          <a:lstStyle/>
          <a:p>
            <a:r>
              <a:rPr lang="es-ES" sz="3600" dirty="0">
                <a:latin typeface="+mj-lt"/>
              </a:rPr>
              <a:t>Prevención no farmacológica</a:t>
            </a:r>
            <a:endParaRPr lang="es-ES_tradnl" sz="3600" dirty="0">
              <a:latin typeface="+mj-lt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552CCEA-9CAC-CFC3-FA1A-86B3E37AB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9546" y="6459977"/>
            <a:ext cx="513997" cy="365125"/>
          </a:xfrm>
        </p:spPr>
        <p:txBody>
          <a:bodyPr/>
          <a:lstStyle/>
          <a:p>
            <a:fld id="{C88A4874-EB40-4F4E-A810-C8A51532234E}" type="slidenum">
              <a:rPr lang="es-ES_tradnl">
                <a:latin typeface="+mj-lt"/>
              </a:rPr>
              <a:pPr/>
              <a:t>8</a:t>
            </a:fld>
            <a:endParaRPr lang="es-ES_tradnl">
              <a:latin typeface="+mj-lt"/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75C8DBE-4531-528F-429E-E6E77252290E}"/>
              </a:ext>
            </a:extLst>
          </p:cNvPr>
          <p:cNvGrpSpPr/>
          <p:nvPr/>
        </p:nvGrpSpPr>
        <p:grpSpPr>
          <a:xfrm>
            <a:off x="480059" y="1578859"/>
            <a:ext cx="5615941" cy="4983865"/>
            <a:chOff x="491435" y="1778884"/>
            <a:chExt cx="5615941" cy="4983865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EC96BA9D-6C13-08D1-02E7-046901654092}"/>
                </a:ext>
              </a:extLst>
            </p:cNvPr>
            <p:cNvSpPr/>
            <p:nvPr/>
          </p:nvSpPr>
          <p:spPr>
            <a:xfrm>
              <a:off x="491435" y="1778884"/>
              <a:ext cx="5615941" cy="4983865"/>
            </a:xfrm>
            <a:prstGeom prst="roundRect">
              <a:avLst>
                <a:gd name="adj" fmla="val 2820"/>
              </a:avLst>
            </a:prstGeom>
            <a:solidFill>
              <a:srgbClr val="002D5D"/>
            </a:solidFill>
            <a:ln/>
          </p:spPr>
          <p:txBody>
            <a:bodyPr/>
            <a:lstStyle/>
            <a:p>
              <a:endParaRPr lang="es-ES" dirty="0">
                <a:latin typeface="+mj-lt"/>
              </a:endParaRPr>
            </a:p>
          </p:txBody>
        </p:sp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F12E437D-24DF-6565-7901-313D0D7573A5}"/>
                </a:ext>
              </a:extLst>
            </p:cNvPr>
            <p:cNvSpPr/>
            <p:nvPr/>
          </p:nvSpPr>
          <p:spPr>
            <a:xfrm>
              <a:off x="689793" y="1977242"/>
              <a:ext cx="2480905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b="1" dirty="0">
                  <a:solidFill>
                    <a:srgbClr val="FFFFFF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Multi-component</a:t>
              </a:r>
              <a:endParaRPr lang="en-US" sz="1950" dirty="0">
                <a:latin typeface="+mj-lt"/>
              </a:endParaRPr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886DBCC2-5F5A-AAB7-B3EC-E517C56AF94B}"/>
                </a:ext>
              </a:extLst>
            </p:cNvPr>
            <p:cNvSpPr/>
            <p:nvPr/>
          </p:nvSpPr>
          <p:spPr>
            <a:xfrm>
              <a:off x="687294" y="2258741"/>
              <a:ext cx="5309477" cy="635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5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Intervenciones combinadas que abordan simultáneamente múltiples factores de riesgo del delirium.</a:t>
              </a:r>
              <a:endParaRPr lang="en-US" sz="1550" dirty="0">
                <a:latin typeface="+mj-lt"/>
              </a:endParaRPr>
            </a:p>
          </p:txBody>
        </p:sp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29DE19D0-C424-1E69-805C-4FA33C53B5D8}"/>
                </a:ext>
              </a:extLst>
            </p:cNvPr>
            <p:cNvSpPr/>
            <p:nvPr/>
          </p:nvSpPr>
          <p:spPr>
            <a:xfrm>
              <a:off x="687294" y="3154155"/>
              <a:ext cx="5040000" cy="32385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/>
          </p:spPr>
          <p:txBody>
            <a:bodyPr/>
            <a:lstStyle/>
            <a:p>
              <a:endParaRPr lang="es-ES">
                <a:latin typeface="+mj-lt"/>
              </a:endParaRPr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91CDF083-E2D9-C9EE-349A-A355A7D4C7C5}"/>
                </a:ext>
              </a:extLst>
            </p:cNvPr>
            <p:cNvSpPr/>
            <p:nvPr/>
          </p:nvSpPr>
          <p:spPr>
            <a:xfrm>
              <a:off x="687294" y="3396218"/>
              <a:ext cx="5420082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b="1" dirty="0">
                  <a:solidFill>
                    <a:srgbClr val="FFFFFF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Single-component</a:t>
              </a:r>
            </a:p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b="1" dirty="0">
                  <a:solidFill>
                    <a:srgbClr val="FFFFFF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(con </a:t>
              </a:r>
              <a:r>
                <a:rPr lang="en-US" sz="1950" b="1" dirty="0" err="1">
                  <a:solidFill>
                    <a:srgbClr val="FFFFFF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eficacia</a:t>
              </a:r>
              <a:r>
                <a:rPr lang="en-US" sz="1950" b="1" dirty="0">
                  <a:solidFill>
                    <a:srgbClr val="FFFFFF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 </a:t>
              </a:r>
              <a:r>
                <a:rPr lang="en-US" sz="1950" b="1" dirty="0" err="1">
                  <a:solidFill>
                    <a:srgbClr val="FFFFFF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demostrada</a:t>
              </a:r>
              <a:r>
                <a:rPr lang="en-US" sz="1950" b="1" dirty="0">
                  <a:solidFill>
                    <a:srgbClr val="FFFFFF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)</a:t>
              </a:r>
              <a:endParaRPr lang="en-US" sz="1950" dirty="0">
                <a:latin typeface="+mj-lt"/>
              </a:endParaRPr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1A6B7592-6BA4-DB20-BF65-3233486903E0}"/>
                </a:ext>
              </a:extLst>
            </p:cNvPr>
            <p:cNvSpPr/>
            <p:nvPr/>
          </p:nvSpPr>
          <p:spPr>
            <a:xfrm>
              <a:off x="687294" y="4013656"/>
              <a:ext cx="5420082" cy="26818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indent="-285750" algn="l">
                <a:lnSpc>
                  <a:spcPts val="2500"/>
                </a:lnSpc>
                <a:buFont typeface="Arial" panose="020B0604020202020204" pitchFamily="34" charset="0"/>
                <a:buChar char="•"/>
              </a:pPr>
              <a:r>
                <a:rPr lang="en-US" sz="1550" b="1" dirty="0" err="1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Entrenamiento</a:t>
              </a:r>
              <a:r>
                <a:rPr lang="en-US" sz="155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550" b="1" dirty="0" err="1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físico</a:t>
              </a:r>
              <a:r>
                <a:rPr lang="en-US" sz="155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.</a:t>
              </a:r>
            </a:p>
            <a:p>
              <a:pPr marL="800100" lvl="1" indent="-342900">
                <a:lnSpc>
                  <a:spcPts val="2500"/>
                </a:lnSpc>
                <a:buSzPct val="100000"/>
                <a:buChar char="•"/>
              </a:pPr>
              <a:r>
                <a:rPr lang="en-US" sz="15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Early mobilization</a:t>
              </a:r>
              <a:endParaRPr lang="en-US" sz="1550" dirty="0">
                <a:latin typeface="+mj-lt"/>
              </a:endParaRPr>
            </a:p>
            <a:p>
              <a:pPr marL="800100" lvl="1" indent="-342900">
                <a:lnSpc>
                  <a:spcPts val="2500"/>
                </a:lnSpc>
                <a:buSzPct val="100000"/>
                <a:buChar char="•"/>
              </a:pPr>
              <a:r>
                <a:rPr lang="en-US" sz="15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General mobilization</a:t>
              </a:r>
              <a:endParaRPr lang="en-US" sz="1550" dirty="0">
                <a:latin typeface="+mj-lt"/>
              </a:endParaRPr>
            </a:p>
            <a:p>
              <a:pPr marL="800100" lvl="1" indent="-342900">
                <a:lnSpc>
                  <a:spcPts val="2500"/>
                </a:lnSpc>
                <a:buSzPct val="100000"/>
                <a:buChar char="•"/>
              </a:pPr>
              <a:r>
                <a:rPr lang="en-US" sz="15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Functional training</a:t>
              </a:r>
              <a:endParaRPr lang="en-US" sz="1550" dirty="0">
                <a:latin typeface="+mj-lt"/>
              </a:endParaRPr>
            </a:p>
            <a:p>
              <a:pPr marL="800100" lvl="1" indent="-342900">
                <a:lnSpc>
                  <a:spcPts val="2500"/>
                </a:lnSpc>
                <a:buSzPct val="100000"/>
                <a:buChar char="•"/>
              </a:pPr>
              <a:r>
                <a:rPr lang="en-US" sz="15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Range of motion exercises</a:t>
              </a:r>
            </a:p>
            <a:p>
              <a:pPr marL="342900" indent="-342900">
                <a:lnSpc>
                  <a:spcPts val="2500"/>
                </a:lnSpc>
                <a:buSzPct val="100000"/>
                <a:buChar char="•"/>
              </a:pPr>
              <a:r>
                <a:rPr lang="en-US" sz="15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Geriatric risk assessment</a:t>
              </a:r>
            </a:p>
            <a:p>
              <a:pPr marL="342900" indent="-342900">
                <a:lnSpc>
                  <a:spcPts val="2500"/>
                </a:lnSpc>
                <a:buSzPct val="100000"/>
                <a:buChar char="•"/>
              </a:pPr>
              <a:r>
                <a:rPr lang="en-US" sz="15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Reorientation protocol</a:t>
              </a:r>
            </a:p>
            <a:p>
              <a:pPr marL="342900" indent="-342900">
                <a:lnSpc>
                  <a:spcPts val="2500"/>
                </a:lnSpc>
                <a:buSzPct val="100000"/>
                <a:buChar char="•"/>
              </a:pPr>
              <a:r>
                <a:rPr lang="en-US" sz="1550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Cognitive orientation</a:t>
              </a:r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6C8F5AB4-89C9-DC1B-EE4E-8269D2A6E241}"/>
                </a:ext>
              </a:extLst>
            </p:cNvPr>
            <p:cNvSpPr/>
            <p:nvPr/>
          </p:nvSpPr>
          <p:spPr>
            <a:xfrm>
              <a:off x="689793" y="4703416"/>
              <a:ext cx="2893168" cy="14783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sz="1550" dirty="0">
                <a:latin typeface="+mj-lt"/>
              </a:endParaRPr>
            </a:p>
          </p:txBody>
        </p:sp>
      </p:grpSp>
      <p:sp>
        <p:nvSpPr>
          <p:cNvPr id="13" name="Text 8">
            <a:extLst>
              <a:ext uri="{FF2B5EF4-FFF2-40B4-BE49-F238E27FC236}">
                <a16:creationId xmlns:a16="http://schemas.microsoft.com/office/drawing/2014/main" id="{12EB4B0E-F85C-8B17-0D42-9A92F7EBB895}"/>
              </a:ext>
            </a:extLst>
          </p:cNvPr>
          <p:cNvSpPr/>
          <p:nvPr/>
        </p:nvSpPr>
        <p:spPr>
          <a:xfrm>
            <a:off x="6488680" y="1561677"/>
            <a:ext cx="5314117" cy="61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Single-component (sin </a:t>
            </a:r>
            <a:r>
              <a:rPr lang="en-US" sz="1950" b="1" dirty="0" err="1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eficacia</a:t>
            </a:r>
            <a:r>
              <a:rPr lang="en-US" sz="1950" b="1" dirty="0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 o con </a:t>
            </a:r>
            <a:r>
              <a:rPr lang="en-US" sz="1950" b="1" dirty="0" err="1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poca</a:t>
            </a:r>
            <a:r>
              <a:rPr lang="en-US" sz="1950" b="1" dirty="0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950" b="1" dirty="0" err="1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demostrada</a:t>
            </a:r>
            <a:r>
              <a:rPr lang="en-US" sz="1950" b="1" dirty="0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)</a:t>
            </a:r>
            <a:endParaRPr lang="en-US" sz="1950" dirty="0">
              <a:latin typeface="+mj-lt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C32431A-3944-3C1F-7E82-71E3DF52520D}"/>
              </a:ext>
            </a:extLst>
          </p:cNvPr>
          <p:cNvSpPr/>
          <p:nvPr/>
        </p:nvSpPr>
        <p:spPr>
          <a:xfrm>
            <a:off x="6436948" y="2178839"/>
            <a:ext cx="5420082" cy="226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b="1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Monitorización</a:t>
            </a:r>
            <a:r>
              <a:rPr lang="en-US" sz="1400" b="1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de la </a:t>
            </a:r>
            <a:r>
              <a:rPr lang="en-US" sz="1400" b="1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hidratación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- aunque la monitorización de alimentación e hidratación para identificar riesgo de malnutrición y deshidratación sí es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útil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. [2]</a:t>
            </a:r>
            <a:endParaRPr lang="en-US" sz="1400" dirty="0">
              <a:latin typeface="+mj-lt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b="1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Terapias</a:t>
            </a:r>
            <a:r>
              <a:rPr lang="en-US" sz="1400" b="1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de luz/</a:t>
            </a:r>
            <a:r>
              <a:rPr lang="en-US" sz="1400" b="1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intervención</a:t>
            </a:r>
            <a:r>
              <a:rPr lang="en-US" sz="1400" b="1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b="1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ambiental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–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difícil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medir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el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efecto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(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servicio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,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nivel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del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delirio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…),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aunque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se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recomienda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controlar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el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entorno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lumínico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referenciando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el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ciclo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vigilia-sueño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. [4]</a:t>
            </a:r>
            <a:endParaRPr lang="en-US" sz="1400" dirty="0">
              <a:latin typeface="+mj-lt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b="1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Musicoterapia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- tal vez a largo </a:t>
            </a:r>
            <a:r>
              <a:rPr lang="en-US" sz="140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plazo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.</a:t>
            </a:r>
          </a:p>
          <a:p>
            <a:pPr marL="342900" indent="-342900">
              <a:buSzPct val="100000"/>
              <a:buChar char="•"/>
            </a:pPr>
            <a:r>
              <a:rPr lang="en-US" sz="1400" b="1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Ciclos</a:t>
            </a:r>
            <a:r>
              <a:rPr lang="en-US" sz="1400" b="1" dirty="0">
                <a:solidFill>
                  <a:srgbClr val="003865"/>
                </a:solidFill>
                <a:latin typeface="+mj-lt"/>
                <a:ea typeface="Inter" pitchFamily="34" charset="-122"/>
              </a:rPr>
              <a:t> de </a:t>
            </a:r>
            <a:r>
              <a:rPr lang="en-US" sz="1400" b="1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sueño</a:t>
            </a:r>
            <a:r>
              <a:rPr lang="en-US" sz="1400" dirty="0">
                <a:solidFill>
                  <a:srgbClr val="003865"/>
                </a:solidFill>
                <a:latin typeface="+mj-lt"/>
                <a:ea typeface="Inter" pitchFamily="34" charset="-122"/>
              </a:rPr>
              <a:t> - </a:t>
            </a:r>
            <a:r>
              <a:rPr lang="es-ES" sz="1400" dirty="0">
                <a:solidFill>
                  <a:srgbClr val="003865"/>
                </a:solidFill>
                <a:latin typeface="+mj-lt"/>
                <a:ea typeface="Inter" pitchFamily="34" charset="-122"/>
              </a:rPr>
              <a:t>tapones para los oídos y antifaces solo en pacientes que cooperar.</a:t>
            </a:r>
            <a:endParaRPr lang="en-US" sz="1400" dirty="0">
              <a:latin typeface="+mj-lt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76190A5D-C37C-2C9C-B9E6-F32AE4217E83}"/>
              </a:ext>
            </a:extLst>
          </p:cNvPr>
          <p:cNvSpPr/>
          <p:nvPr/>
        </p:nvSpPr>
        <p:spPr>
          <a:xfrm>
            <a:off x="6436948" y="4489000"/>
            <a:ext cx="5040000" cy="32385"/>
          </a:xfrm>
          <a:prstGeom prst="rect">
            <a:avLst/>
          </a:prstGeom>
          <a:solidFill>
            <a:srgbClr val="003865">
              <a:alpha val="50000"/>
            </a:srgbClr>
          </a:solidFill>
          <a:ln/>
        </p:spPr>
        <p:txBody>
          <a:bodyPr/>
          <a:lstStyle/>
          <a:p>
            <a:endParaRPr lang="es-ES">
              <a:latin typeface="+mj-lt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83829674-A917-90D9-0081-FD125D671500}"/>
              </a:ext>
            </a:extLst>
          </p:cNvPr>
          <p:cNvSpPr/>
          <p:nvPr/>
        </p:nvSpPr>
        <p:spPr>
          <a:xfrm>
            <a:off x="6436948" y="4721324"/>
            <a:ext cx="38965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3865"/>
                </a:solidFill>
                <a:latin typeface="+mj-lt"/>
                <a:ea typeface="Inter Bold" pitchFamily="34" charset="-122"/>
                <a:cs typeface="Inter Bold" pitchFamily="34" charset="-120"/>
              </a:rPr>
              <a:t>Otras single-component citadas</a:t>
            </a:r>
            <a:endParaRPr lang="en-US" sz="1950" dirty="0">
              <a:latin typeface="+mj-lt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124CBC6F-C524-FD58-8266-4158333FB40C}"/>
              </a:ext>
            </a:extLst>
          </p:cNvPr>
          <p:cNvSpPr/>
          <p:nvPr/>
        </p:nvSpPr>
        <p:spPr>
          <a:xfrm>
            <a:off x="6436948" y="5031482"/>
            <a:ext cx="5040000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Moniutorización</a:t>
            </a:r>
            <a:r>
              <a:rPr lang="en-US" sz="15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de la </a:t>
            </a:r>
            <a:r>
              <a:rPr lang="en-US" sz="15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medicación</a:t>
            </a:r>
            <a:r>
              <a:rPr lang="en-US" sz="15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. [7]</a:t>
            </a:r>
            <a:endParaRPr lang="en-US" sz="1550" dirty="0">
              <a:latin typeface="+mj-lt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Formación</a:t>
            </a:r>
            <a:r>
              <a:rPr lang="en-US" sz="15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del personal</a:t>
            </a:r>
            <a:r>
              <a:rPr lang="en-US" sz="1550" dirty="0">
                <a:solidFill>
                  <a:srgbClr val="003865"/>
                </a:solidFill>
                <a:ea typeface="Inter" pitchFamily="34" charset="-122"/>
                <a:cs typeface="Inter" pitchFamily="34" charset="-120"/>
              </a:rPr>
              <a:t> . [7]</a:t>
            </a:r>
            <a:endParaRPr lang="en-US" sz="1550" dirty="0">
              <a:latin typeface="+mj-lt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Potenciación del uso de gafas o </a:t>
            </a:r>
            <a:r>
              <a:rPr lang="en-US" sz="1550" dirty="0" err="1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audífonos</a:t>
            </a:r>
            <a:r>
              <a:rPr lang="en-US" sz="15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>
                <a:solidFill>
                  <a:srgbClr val="003865"/>
                </a:solidFill>
                <a:ea typeface="Inter" pitchFamily="34" charset="-122"/>
                <a:cs typeface="Inter" pitchFamily="34" charset="-120"/>
              </a:rPr>
              <a:t> [4]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3865"/>
                </a:solidFill>
                <a:latin typeface="+mj-lt"/>
                <a:ea typeface="Inter" pitchFamily="34" charset="-122"/>
                <a:cs typeface="Inter" pitchFamily="34" charset="-120"/>
              </a:rPr>
              <a:t>Control del dolor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50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Dirigirse</a:t>
            </a:r>
            <a:r>
              <a:rPr lang="en-US" sz="1550" dirty="0">
                <a:solidFill>
                  <a:srgbClr val="003865"/>
                </a:solidFill>
                <a:latin typeface="+mj-lt"/>
                <a:ea typeface="Inter" pitchFamily="34" charset="-122"/>
              </a:rPr>
              <a:t> al </a:t>
            </a:r>
            <a:r>
              <a:rPr lang="en-US" sz="1550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paciente</a:t>
            </a:r>
            <a:r>
              <a:rPr lang="en-US" sz="1550" dirty="0">
                <a:solidFill>
                  <a:srgbClr val="003865"/>
                </a:solidFill>
                <a:latin typeface="+mj-lt"/>
                <a:ea typeface="Inter" pitchFamily="34" charset="-122"/>
              </a:rPr>
              <a:t> </a:t>
            </a:r>
            <a:r>
              <a:rPr lang="en-US" sz="1550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por</a:t>
            </a:r>
            <a:r>
              <a:rPr lang="en-US" sz="1550" dirty="0">
                <a:solidFill>
                  <a:srgbClr val="003865"/>
                </a:solidFill>
                <a:latin typeface="+mj-lt"/>
                <a:ea typeface="Inter" pitchFamily="34" charset="-122"/>
              </a:rPr>
              <a:t> </a:t>
            </a:r>
            <a:r>
              <a:rPr lang="en-US" sz="1550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su</a:t>
            </a:r>
            <a:r>
              <a:rPr lang="en-US" sz="1550" dirty="0">
                <a:solidFill>
                  <a:srgbClr val="003865"/>
                </a:solidFill>
                <a:latin typeface="+mj-lt"/>
                <a:ea typeface="Inter" pitchFamily="34" charset="-122"/>
              </a:rPr>
              <a:t> </a:t>
            </a:r>
            <a:r>
              <a:rPr lang="en-US" sz="1550" dirty="0" err="1">
                <a:solidFill>
                  <a:srgbClr val="003865"/>
                </a:solidFill>
                <a:latin typeface="+mj-lt"/>
                <a:ea typeface="Inter" pitchFamily="34" charset="-122"/>
              </a:rPr>
              <a:t>nombre</a:t>
            </a:r>
            <a:endParaRPr lang="en-US" sz="15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1816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C457A-4ED7-2CC5-C9F4-90577B53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1C31E3F-7CD4-4B0D-5ABF-31EBB2137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7" y="955591"/>
            <a:ext cx="11126303" cy="498598"/>
          </a:xfrm>
        </p:spPr>
        <p:txBody>
          <a:bodyPr/>
          <a:lstStyle/>
          <a:p>
            <a:r>
              <a:rPr lang="es-ES" sz="3600" dirty="0">
                <a:latin typeface="+mj-lt"/>
              </a:rPr>
              <a:t>Prevención no farmacológica</a:t>
            </a:r>
            <a:endParaRPr lang="es-ES_tradnl" sz="3600" dirty="0">
              <a:latin typeface="+mj-lt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177F82-5767-6EC5-9697-59037FB86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9546" y="6459977"/>
            <a:ext cx="513997" cy="365125"/>
          </a:xfrm>
        </p:spPr>
        <p:txBody>
          <a:bodyPr/>
          <a:lstStyle/>
          <a:p>
            <a:fld id="{C88A4874-EB40-4F4E-A810-C8A51532234E}" type="slidenum">
              <a:rPr lang="es-ES_tradnl">
                <a:latin typeface="+mj-lt"/>
              </a:rPr>
              <a:pPr/>
              <a:t>9</a:t>
            </a:fld>
            <a:endParaRPr lang="es-ES_tradnl">
              <a:latin typeface="+mj-lt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E7F4F4A-A365-4D5C-93AC-92252192E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830" y="1738632"/>
            <a:ext cx="4648439" cy="13399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006D2FA-6139-F096-155A-5FD313AE1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084" y="3380068"/>
            <a:ext cx="4457929" cy="30799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E1BB753-C1DA-6F0F-2DCF-5B09A3825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338" y="1738632"/>
            <a:ext cx="3079908" cy="29020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3C0D2F17-F08F-1F09-78A0-9C17CD098B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37"/>
          <a:stretch>
            <a:fillRect/>
          </a:stretch>
        </p:blipFill>
        <p:spPr>
          <a:xfrm>
            <a:off x="6233853" y="4991100"/>
            <a:ext cx="4438878" cy="9113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362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970EF-AA31-E157-CD68-45C58C06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8DAFFA-23C7-2ADC-4A83-B12E3B9F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7" y="955591"/>
            <a:ext cx="11126303" cy="498598"/>
          </a:xfrm>
        </p:spPr>
        <p:txBody>
          <a:bodyPr/>
          <a:lstStyle/>
          <a:p>
            <a:r>
              <a:rPr lang="es-ES" sz="3600" dirty="0">
                <a:latin typeface="+mj-lt"/>
              </a:rPr>
              <a:t>Prevención no farmacológica</a:t>
            </a:r>
            <a:endParaRPr lang="es-ES_tradnl" sz="3600" dirty="0">
              <a:latin typeface="+mj-lt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CD55F30-459A-265B-962F-3ECC4F34A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9546" y="6459977"/>
            <a:ext cx="513997" cy="365125"/>
          </a:xfrm>
        </p:spPr>
        <p:txBody>
          <a:bodyPr/>
          <a:lstStyle/>
          <a:p>
            <a:fld id="{C88A4874-EB40-4F4E-A810-C8A51532234E}" type="slidenum">
              <a:rPr lang="es-ES_tradnl">
                <a:latin typeface="+mj-lt"/>
              </a:rPr>
              <a:pPr/>
              <a:t>10</a:t>
            </a:fld>
            <a:endParaRPr lang="es-ES_tradnl">
              <a:latin typeface="+mj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FB67E53-4F6D-BF83-3633-02620328CF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88"/>
          <a:stretch>
            <a:fillRect/>
          </a:stretch>
        </p:blipFill>
        <p:spPr>
          <a:xfrm>
            <a:off x="3127222" y="1518197"/>
            <a:ext cx="5937555" cy="49275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93076597-EBA4-73A2-3636-301EDF0AAE76}"/>
              </a:ext>
            </a:extLst>
          </p:cNvPr>
          <p:cNvSpPr txBox="1"/>
          <p:nvPr/>
        </p:nvSpPr>
        <p:spPr>
          <a:xfrm>
            <a:off x="3127222" y="645997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 u="none" strike="noStrike" baseline="0" dirty="0">
                <a:latin typeface="+mj-lt"/>
              </a:rPr>
              <a:t>The 33 Predisposing Factors Associated With Delirium (</a:t>
            </a:r>
            <a:r>
              <a:rPr lang="en-US" sz="800" b="0" i="0" u="none" strike="noStrike" baseline="0" dirty="0">
                <a:solidFill>
                  <a:srgbClr val="FF0000"/>
                </a:solidFill>
                <a:latin typeface="+mj-lt"/>
              </a:rPr>
              <a:t>REF Ormseth 2023</a:t>
            </a:r>
            <a:r>
              <a:rPr lang="en-US" sz="800" b="0" i="0" u="none" strike="noStrike" baseline="0" dirty="0">
                <a:latin typeface="+mj-lt"/>
              </a:rPr>
              <a:t>)</a:t>
            </a:r>
            <a:endParaRPr lang="es-E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37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99BB2-91BB-5993-B035-74E947112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25F8573-3124-77F0-7F93-32830D7F8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955591"/>
            <a:ext cx="7348730" cy="498598"/>
          </a:xfrm>
        </p:spPr>
        <p:txBody>
          <a:bodyPr/>
          <a:lstStyle/>
          <a:p>
            <a:r>
              <a:rPr lang="es-ES_tradnl" sz="3600" dirty="0">
                <a:latin typeface="+mj-lt"/>
              </a:rPr>
              <a:t>Desenlaces medibles</a:t>
            </a:r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047CBBC8-B64E-7823-D5FA-9DCF9F24381B}"/>
              </a:ext>
            </a:extLst>
          </p:cNvPr>
          <p:cNvSpPr txBox="1">
            <a:spLocks/>
          </p:cNvSpPr>
          <p:nvPr/>
        </p:nvSpPr>
        <p:spPr>
          <a:xfrm>
            <a:off x="10869546" y="6459977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r" defTabSz="914400" rtl="0" eaLnBrk="1" latinLnBrk="0" hangingPunct="1">
              <a:defRPr sz="800" b="1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8A4874-EB40-4F4E-A810-C8A51532234E}" type="slidenum">
              <a:rPr lang="es-ES_tradnl" smtClean="0">
                <a:latin typeface="+mj-lt"/>
              </a:rPr>
              <a:pPr/>
              <a:t>11</a:t>
            </a:fld>
            <a:endParaRPr lang="es-ES_tradnl">
              <a:latin typeface="+mj-lt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5805A395-4481-CC4E-C63D-8824CB993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080349"/>
              </p:ext>
            </p:extLst>
          </p:nvPr>
        </p:nvGraphicFramePr>
        <p:xfrm>
          <a:off x="485268" y="1668902"/>
          <a:ext cx="11347068" cy="4752720"/>
        </p:xfrm>
        <a:graphic>
          <a:graphicData uri="http://schemas.openxmlformats.org/drawingml/2006/table">
            <a:tbl>
              <a:tblPr firstCol="1" bandRow="1">
                <a:tableStyleId>{073A0DAA-6AF3-43AB-8588-CEC1D06C72B9}</a:tableStyleId>
              </a:tblPr>
              <a:tblGrid>
                <a:gridCol w="4187316">
                  <a:extLst>
                    <a:ext uri="{9D8B030D-6E8A-4147-A177-3AD203B41FA5}">
                      <a16:colId xmlns:a16="http://schemas.microsoft.com/office/drawing/2014/main" val="359179376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878227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Motivo de ingreso/hospitalización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Problema principal por el que el paciente entra al hospital (infección, fractura, cirugía). Diferenciar o filtrar por quirúrgicas y no quirúrgicas.</a:t>
                      </a:r>
                      <a:endParaRPr lang="es-E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30731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Tipo de delirium según el momento del diagnóstico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Prevalente (delirium presente al ingreso ¿o en la primera valoración?), incidente (aparece durante la hospitalización en pacientes sin delirium al ingreso) o al alta (presencia de delirium en el momento del alta o en las 24 h previas)</a:t>
                      </a:r>
                      <a:endParaRPr lang="es-E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758982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Duración del delirio *</a:t>
                      </a:r>
                      <a:endParaRPr lang="es-ES_tradnl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Número de días con delirium durante el ingreso / Número de valoraciones positivas y tiempo entre valoraciones.</a:t>
                      </a:r>
                      <a:endParaRPr lang="es-E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06532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Tipo de delirium</a:t>
                      </a:r>
                      <a:endParaRPr lang="en-US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Hiperactivo (agitación, inquietud, agresividad, alucinaciones), hipoactivo (somnolencia, enlentecimiento, apatía – el más infradiagnosticado [8]) o mixto (alternancia de fases hiper/hipoactivas</a:t>
                      </a:r>
                      <a:endParaRPr lang="es-E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12527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Riesgo de delirium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PRE-DELERIC (?)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49474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Gravedad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del delirium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TBD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90472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Status </a:t>
                      </a: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cognitivo</a:t>
                      </a:r>
                      <a:endParaRPr lang="en-US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dirty="0"/>
                        <a:t>TBD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373378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Status </a:t>
                      </a: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funcional</a:t>
                      </a:r>
                      <a:endParaRPr lang="es-ES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dirty="0"/>
                        <a:t>Índice de Barthel (TBD)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33077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Deterioro cognitivo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dirty="0"/>
                        <a:t>TBD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2974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Complejidad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dirty="0"/>
                        <a:t>Índice de comorbilidad de </a:t>
                      </a:r>
                      <a:r>
                        <a:rPr lang="es-ES" sz="1000" b="0" dirty="0" err="1"/>
                        <a:t>Charlson</a:t>
                      </a:r>
                      <a:endParaRPr lang="es-E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356284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Ansiedad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dirty="0"/>
                        <a:t>TBD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33474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Depresión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dirty="0"/>
                        <a:t>TBD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28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13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0A3A-2ADD-1A42-667D-32E1C5A77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8C81776-A4B6-1C31-F103-66848F04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955591"/>
            <a:ext cx="7348730" cy="498598"/>
          </a:xfrm>
        </p:spPr>
        <p:txBody>
          <a:bodyPr/>
          <a:lstStyle/>
          <a:p>
            <a:r>
              <a:rPr lang="es-ES_tradnl" sz="3600" dirty="0">
                <a:latin typeface="+mj-lt"/>
              </a:rPr>
              <a:t>Desenlaces medibles</a:t>
            </a:r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B8AAAE96-6C94-C504-F633-77BF1A0A2045}"/>
              </a:ext>
            </a:extLst>
          </p:cNvPr>
          <p:cNvSpPr txBox="1">
            <a:spLocks/>
          </p:cNvSpPr>
          <p:nvPr/>
        </p:nvSpPr>
        <p:spPr>
          <a:xfrm>
            <a:off x="10869546" y="6459977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r" defTabSz="914400" rtl="0" eaLnBrk="1" latinLnBrk="0" hangingPunct="1">
              <a:defRPr sz="800" b="1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8A4874-EB40-4F4E-A810-C8A51532234E}" type="slidenum">
              <a:rPr lang="es-ES_tradnl" smtClean="0">
                <a:latin typeface="+mj-lt"/>
              </a:rPr>
              <a:pPr/>
              <a:t>12</a:t>
            </a:fld>
            <a:endParaRPr lang="es-ES_tradnl">
              <a:latin typeface="+mj-lt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5227308E-4C7D-4780-0EE6-C85463E2E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022207"/>
              </p:ext>
            </p:extLst>
          </p:nvPr>
        </p:nvGraphicFramePr>
        <p:xfrm>
          <a:off x="485268" y="1668902"/>
          <a:ext cx="11347068" cy="4356000"/>
        </p:xfrm>
        <a:graphic>
          <a:graphicData uri="http://schemas.openxmlformats.org/drawingml/2006/table">
            <a:tbl>
              <a:tblPr firstCol="1" bandRow="1">
                <a:tableStyleId>{073A0DAA-6AF3-43AB-8588-CEC1D06C72B9}</a:tableStyleId>
              </a:tblPr>
              <a:tblGrid>
                <a:gridCol w="4187316">
                  <a:extLst>
                    <a:ext uri="{9D8B030D-6E8A-4147-A177-3AD203B41FA5}">
                      <a16:colId xmlns:a16="http://schemas.microsoft.com/office/drawing/2014/main" val="359179376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878227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Demencia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DSM-IV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7349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Alucinaciones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TBD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44854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Humor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TBD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75452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Inatención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TBD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10204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Requerimiento de sedación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TBD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60769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Restricciones físicas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51917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Capacidad de visión de cerca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Prueba de Jaeger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8236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Capacidad de audición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Prueba del susurro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1891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Riesgo de nutricional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Mini-</a:t>
                      </a:r>
                      <a:r>
                        <a:rPr lang="es-ES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Nutritional</a:t>
                      </a:r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Assessment</a:t>
                      </a:r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(MNA-SF)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6734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Úlceras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por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presión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(lo he visto </a:t>
                      </a: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reportado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varios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papers)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Presencia de nuevas úlceras o su número/grado durante la estancia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79499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Infecciones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del </a:t>
                      </a: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tracto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urinario</a:t>
                      </a:r>
                      <a:endParaRPr lang="en-US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Aparición de ITU nueva durante el ingreso y número de episodios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999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49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27AF6-976E-C622-310F-48D5912D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FBE5A51-340B-CEEB-7011-C50A6EEDD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8" y="955591"/>
            <a:ext cx="7348730" cy="498598"/>
          </a:xfrm>
        </p:spPr>
        <p:txBody>
          <a:bodyPr/>
          <a:lstStyle/>
          <a:p>
            <a:r>
              <a:rPr lang="es-ES_tradnl" sz="3600" dirty="0">
                <a:latin typeface="+mj-lt"/>
              </a:rPr>
              <a:t>Desenlaces medibles</a:t>
            </a:r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37D09E3C-1456-EAF6-294B-CF063A9EF3E2}"/>
              </a:ext>
            </a:extLst>
          </p:cNvPr>
          <p:cNvSpPr txBox="1">
            <a:spLocks/>
          </p:cNvSpPr>
          <p:nvPr/>
        </p:nvSpPr>
        <p:spPr>
          <a:xfrm>
            <a:off x="10869546" y="6459977"/>
            <a:ext cx="5139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r" defTabSz="914400" rtl="0" eaLnBrk="1" latinLnBrk="0" hangingPunct="1">
              <a:defRPr sz="800" b="1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8A4874-EB40-4F4E-A810-C8A51532234E}" type="slidenum">
              <a:rPr lang="es-ES_tradnl" smtClean="0">
                <a:latin typeface="+mj-lt"/>
              </a:rPr>
              <a:pPr/>
              <a:t>13</a:t>
            </a:fld>
            <a:endParaRPr lang="es-ES_tradnl">
              <a:latin typeface="+mj-lt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3D718FF-06AD-F52B-2D15-8D6258425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523875"/>
              </p:ext>
            </p:extLst>
          </p:nvPr>
        </p:nvGraphicFramePr>
        <p:xfrm>
          <a:off x="485268" y="1668902"/>
          <a:ext cx="11347068" cy="2376000"/>
        </p:xfrm>
        <a:graphic>
          <a:graphicData uri="http://schemas.openxmlformats.org/drawingml/2006/table">
            <a:tbl>
              <a:tblPr firstCol="1" bandRow="1">
                <a:tableStyleId>{073A0DAA-6AF3-43AB-8588-CEC1D06C72B9}</a:tableStyleId>
              </a:tblPr>
              <a:tblGrid>
                <a:gridCol w="4187316">
                  <a:extLst>
                    <a:ext uri="{9D8B030D-6E8A-4147-A177-3AD203B41FA5}">
                      <a16:colId xmlns:a16="http://schemas.microsoft.com/office/drawing/2014/main" val="359179376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8782271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Infecciones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del </a:t>
                      </a: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tracto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urinario</a:t>
                      </a:r>
                      <a:endParaRPr lang="en-US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Aparición de ITU nueva durante el ingreso y número de episodios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949055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Caídas</a:t>
                      </a:r>
                      <a:endParaRPr lang="en-US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65472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Institucionalización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Alta a residencia o institución de larga estancia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76278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Mortalidad</a:t>
                      </a:r>
                      <a:endParaRPr lang="en-US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Fallecimiento durante la hospitalización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320897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Horario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del </a:t>
                      </a: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alta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(ALEATORIZADO)</a:t>
                      </a:r>
                      <a:endParaRPr lang="es-ES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Día y hora del 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02816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683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Tiempo de </a:t>
                      </a:r>
                      <a:r>
                        <a:rPr lang="en-U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hospitalización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(l</a:t>
                      </a:r>
                      <a:r>
                        <a:rPr lang="es-E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ength</a:t>
                      </a:r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  <a:r>
                        <a:rPr lang="es-E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stay</a:t>
                      </a:r>
                      <a:r>
                        <a:rPr lang="en-US" sz="10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s-ES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Días desde el ingreso hospitalario hasta el 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8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8431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8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D7CCB22-5EE0-F805-65DD-E07E29C5FE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08999" y="3315996"/>
            <a:ext cx="3203575" cy="246221"/>
          </a:xfrm>
        </p:spPr>
        <p:txBody>
          <a:bodyPr/>
          <a:lstStyle/>
          <a:p>
            <a:r>
              <a:rPr lang="es-ES_tradnl" dirty="0"/>
              <a:t>A Orillas del Henares</a:t>
            </a:r>
            <a:endParaRPr lang="es-ES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B06135-A8E6-6DBD-BF1F-8CA2B11E58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8017" y="5872352"/>
            <a:ext cx="2063323" cy="53117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91 351 03 03</a:t>
            </a:r>
          </a:p>
          <a:p>
            <a:pPr>
              <a:lnSpc>
                <a:spcPct val="150000"/>
              </a:lnSpc>
            </a:pPr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INFO@UFV.ES</a:t>
            </a:r>
            <a:b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UFV.ES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F3165D-4DB8-F3CD-7CC7-20D641A83F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28477" y="5872352"/>
            <a:ext cx="2063323" cy="53117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CTRA. POZUELO-MAJADAHONDA</a:t>
            </a:r>
          </a:p>
          <a:p>
            <a:pPr>
              <a:lnSpc>
                <a:spcPct val="150000"/>
              </a:lnSpc>
            </a:pPr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KM 1.800, 28223 POZUELO DE ALARCÓN</a:t>
            </a:r>
          </a:p>
          <a:p>
            <a:pPr>
              <a:lnSpc>
                <a:spcPct val="150000"/>
              </a:lnSpc>
            </a:pPr>
            <a:r>
              <a:rPr lang="es-ES" sz="800" b="1" dirty="0">
                <a:solidFill>
                  <a:schemeClr val="bg1"/>
                </a:solidFill>
                <a:latin typeface="Arial" panose="020B0604020202020204" pitchFamily="34" charset="0"/>
              </a:rPr>
              <a:t>MADRID. ES</a:t>
            </a:r>
          </a:p>
        </p:txBody>
      </p:sp>
    </p:spTree>
    <p:extLst>
      <p:ext uri="{BB962C8B-B14F-4D97-AF65-F5344CB8AC3E}">
        <p14:creationId xmlns:p14="http://schemas.microsoft.com/office/powerpoint/2010/main" val="934268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FFDFB-3999-5C13-3F56-57E1B230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9FAADA0-69B6-3EA7-DA10-1FE4FD5D1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40" y="2764202"/>
            <a:ext cx="5766677" cy="1329595"/>
          </a:xfrm>
        </p:spPr>
        <p:txBody>
          <a:bodyPr/>
          <a:lstStyle/>
          <a:p>
            <a:r>
              <a:rPr lang="es-ES" sz="9600" dirty="0"/>
              <a:t>ANEXOS</a:t>
            </a:r>
            <a:endParaRPr lang="es-ES_tradnl" sz="9600" dirty="0"/>
          </a:p>
        </p:txBody>
      </p:sp>
    </p:spTree>
    <p:extLst>
      <p:ext uri="{BB962C8B-B14F-4D97-AF65-F5344CB8AC3E}">
        <p14:creationId xmlns:p14="http://schemas.microsoft.com/office/powerpoint/2010/main" val="156547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14BD6-FA4A-20F9-8B2F-F4898FF68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6BD9D0B-3E23-4165-7CAC-0B95D158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7" y="955591"/>
            <a:ext cx="11535283" cy="498598"/>
          </a:xfrm>
        </p:spPr>
        <p:txBody>
          <a:bodyPr/>
          <a:lstStyle/>
          <a:p>
            <a:r>
              <a:rPr lang="es-ES" sz="3600" dirty="0" err="1"/>
              <a:t>Confusion</a:t>
            </a:r>
            <a:r>
              <a:rPr lang="es-ES" sz="3600" dirty="0"/>
              <a:t> </a:t>
            </a:r>
            <a:r>
              <a:rPr lang="es-ES" sz="3600" dirty="0" err="1"/>
              <a:t>Assessment</a:t>
            </a:r>
            <a:r>
              <a:rPr lang="es-ES" sz="3600" dirty="0"/>
              <a:t> </a:t>
            </a:r>
            <a:r>
              <a:rPr lang="es-ES" sz="3600" dirty="0" err="1"/>
              <a:t>Method</a:t>
            </a:r>
            <a:r>
              <a:rPr lang="es-ES" sz="3600" dirty="0"/>
              <a:t> (CAM)</a:t>
            </a:r>
            <a:endParaRPr lang="es-ES_tradnl" sz="36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F4286241-2898-0708-281D-9960DE144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96078" y="-1827000"/>
            <a:ext cx="3399845" cy="105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4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43D1-3C8B-ABED-357A-4C9C4DC54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5265E1E-3520-68A8-E136-61EDC2EA1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7" y="955591"/>
            <a:ext cx="11126303" cy="498598"/>
          </a:xfrm>
        </p:spPr>
        <p:txBody>
          <a:bodyPr/>
          <a:lstStyle/>
          <a:p>
            <a:r>
              <a:rPr lang="es-ES" sz="3600" dirty="0"/>
              <a:t>Factores modificables que contribuyen al delirio</a:t>
            </a:r>
            <a:endParaRPr lang="es-ES_tradnl" sz="36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339860C-ACCD-4104-9CBA-6359F1BF5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982" y="1593746"/>
            <a:ext cx="8484036" cy="40515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826FA4C-2A2C-A6A8-D50C-FA953AC0A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982" y="5695906"/>
            <a:ext cx="4305521" cy="17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6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3C4B0-841F-D53A-E7BA-0B3A7706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5C4D733-728A-9649-C7C0-994CD589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67" y="955591"/>
            <a:ext cx="11126303" cy="498598"/>
          </a:xfrm>
        </p:spPr>
        <p:txBody>
          <a:bodyPr/>
          <a:lstStyle/>
          <a:p>
            <a:r>
              <a:rPr lang="es-ES" sz="3600" dirty="0"/>
              <a:t>Estrategias alternativas para los medicamentos</a:t>
            </a:r>
            <a:endParaRPr lang="es-ES_tradnl" sz="3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83A689-143C-FE4B-7A65-1B12BC518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253564" y="3073740"/>
            <a:ext cx="4838697" cy="17666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1E3B0FC-6452-0BC1-C095-B60669E5F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054331" y="3039661"/>
            <a:ext cx="4838697" cy="183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61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01D5-B40F-0D70-D1D9-F095E4206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31F7076-65FE-8550-E5A9-6762623AC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40" y="2764202"/>
            <a:ext cx="10616824" cy="1158574"/>
          </a:xfrm>
        </p:spPr>
        <p:txBody>
          <a:bodyPr/>
          <a:lstStyle/>
          <a:p>
            <a:r>
              <a:rPr lang="es-ES" sz="9600" dirty="0"/>
              <a:t>BIBLIOGRAFÍA</a:t>
            </a:r>
            <a:endParaRPr lang="es-ES_tradnl" sz="9600" dirty="0"/>
          </a:p>
        </p:txBody>
      </p:sp>
    </p:spTree>
    <p:extLst>
      <p:ext uri="{BB962C8B-B14F-4D97-AF65-F5344CB8AC3E}">
        <p14:creationId xmlns:p14="http://schemas.microsoft.com/office/powerpoint/2010/main" val="254002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17FB8-B175-FBB0-E621-259A4CDE4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24050AB-D05A-DC88-703E-9B2865547B55}"/>
              </a:ext>
            </a:extLst>
          </p:cNvPr>
          <p:cNvSpPr txBox="1"/>
          <p:nvPr/>
        </p:nvSpPr>
        <p:spPr>
          <a:xfrm>
            <a:off x="338328" y="1220831"/>
            <a:ext cx="10168128" cy="3377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s-ES" sz="1050" dirty="0"/>
              <a:t>Wilson, Jo Ellen, et al. “Delirium.” </a:t>
            </a:r>
            <a:r>
              <a:rPr lang="es-ES" sz="1050" i="1" dirty="0" err="1"/>
              <a:t>Nature</a:t>
            </a:r>
            <a:r>
              <a:rPr lang="es-ES" sz="1050" i="1" dirty="0"/>
              <a:t> </a:t>
            </a:r>
            <a:r>
              <a:rPr lang="es-ES" sz="1050" i="1" dirty="0" err="1"/>
              <a:t>Reviews</a:t>
            </a:r>
            <a:r>
              <a:rPr lang="es-ES" sz="1050" i="1" dirty="0"/>
              <a:t> </a:t>
            </a:r>
            <a:r>
              <a:rPr lang="es-ES" sz="1050" i="1" dirty="0" err="1"/>
              <a:t>Disease</a:t>
            </a:r>
            <a:r>
              <a:rPr lang="es-ES" sz="1050" i="1" dirty="0"/>
              <a:t> </a:t>
            </a:r>
            <a:r>
              <a:rPr lang="es-ES" sz="1050" i="1" dirty="0" err="1"/>
              <a:t>Primers</a:t>
            </a:r>
            <a:r>
              <a:rPr lang="es-ES" sz="1050" dirty="0"/>
              <a:t>, vol. 6, no. 1, Nov. 2020, p. 90. </a:t>
            </a:r>
            <a:r>
              <a:rPr lang="es-ES" sz="1050" i="1" dirty="0"/>
              <a:t>www.nature.com</a:t>
            </a:r>
            <a:r>
              <a:rPr lang="es-ES" sz="1050" dirty="0"/>
              <a:t>, </a:t>
            </a:r>
            <a:r>
              <a:rPr lang="es-ES" sz="1050" dirty="0">
                <a:hlinkClick r:id="rId2"/>
              </a:rPr>
              <a:t>https://doi.org/10.1038/s41572-020-00223-4</a:t>
            </a:r>
            <a:r>
              <a:rPr lang="es-ES" sz="105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050" dirty="0"/>
              <a:t>Marcantonio, Edward R. “Delirium in Hospitalized Older Adults.” </a:t>
            </a:r>
            <a:r>
              <a:rPr lang="en-US" sz="1050" i="1" dirty="0"/>
              <a:t>New England Journal of Medicine</a:t>
            </a:r>
            <a:r>
              <a:rPr lang="en-US" sz="1050" dirty="0"/>
              <a:t>, edited by Caren G. Solomon, vol. 377, no. 15, Oct. 2017, pp. 1456–66. </a:t>
            </a:r>
            <a:r>
              <a:rPr lang="en-US" sz="1050" i="1" dirty="0"/>
              <a:t>DOI.org (</a:t>
            </a:r>
            <a:r>
              <a:rPr lang="en-US" sz="1050" i="1" dirty="0" err="1"/>
              <a:t>Crossref</a:t>
            </a:r>
            <a:r>
              <a:rPr lang="en-US" sz="1050" i="1" dirty="0"/>
              <a:t>)</a:t>
            </a:r>
            <a:r>
              <a:rPr lang="en-US" sz="1050" dirty="0"/>
              <a:t>, </a:t>
            </a:r>
            <a:r>
              <a:rPr lang="en-US" sz="1050" dirty="0">
                <a:hlinkClick r:id="rId3"/>
              </a:rPr>
              <a:t>https://doi.org/10.1056/NEJMcp1605501</a:t>
            </a:r>
            <a:r>
              <a:rPr lang="en-US" sz="1050" dirty="0"/>
              <a:t>.</a:t>
            </a:r>
            <a:endParaRPr lang="es-ES" sz="105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s-ES" sz="1050" dirty="0" err="1"/>
              <a:t>Formiga</a:t>
            </a:r>
            <a:r>
              <a:rPr lang="es-ES" sz="1050" dirty="0"/>
              <a:t>, F., et al. “Síndrome Confusional Agudo En Pacientes Ancianos Ingresados Por Patología Médica.” </a:t>
            </a:r>
            <a:r>
              <a:rPr lang="es-ES" sz="1050" i="1" dirty="0"/>
              <a:t>Revista Clínica Española</a:t>
            </a:r>
            <a:r>
              <a:rPr lang="es-ES" sz="1050" dirty="0"/>
              <a:t>, vol. 205, no. 10, Oct. 2005, pp. 484–88. </a:t>
            </a:r>
            <a:r>
              <a:rPr lang="es-ES" sz="1050" i="1" dirty="0" err="1"/>
              <a:t>ScienceDirect</a:t>
            </a:r>
            <a:r>
              <a:rPr lang="es-ES" sz="1050" dirty="0"/>
              <a:t>, </a:t>
            </a:r>
            <a:r>
              <a:rPr lang="es-ES" sz="1050" dirty="0">
                <a:hlinkClick r:id="rId4"/>
              </a:rPr>
              <a:t>https://doi.org/10.1157/13079762</a:t>
            </a:r>
            <a:r>
              <a:rPr lang="es-ES" sz="105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s-ES" sz="1050" dirty="0"/>
              <a:t>Lafarga-Molina, Laura, et al. “Estudio Cuasi-Experimental Sobre Intervenciones Enfermeras En La Valoración, Manejo y Prevención Del Síndrome Confusional Agudo.” </a:t>
            </a:r>
            <a:r>
              <a:rPr lang="es-ES" sz="1050" i="1" dirty="0"/>
              <a:t>Revista Española de Salud Pública</a:t>
            </a:r>
            <a:r>
              <a:rPr lang="es-ES" sz="1050" dirty="0"/>
              <a:t>, vol. 97, 2023. </a:t>
            </a:r>
            <a:r>
              <a:rPr lang="es-ES" sz="1050" i="1" dirty="0"/>
              <a:t>SciELO</a:t>
            </a:r>
            <a:r>
              <a:rPr lang="es-ES" sz="1050" dirty="0"/>
              <a:t>, </a:t>
            </a:r>
            <a:r>
              <a:rPr lang="es-ES" sz="1050" dirty="0">
                <a:hlinkClick r:id="rId5"/>
              </a:rPr>
              <a:t>https://scielo.isciii.es/scielo.php?script=sci_abstract&amp;pid=S1135-57272023000100203&amp;lng=es&amp;nrm=iso&amp;tlng=es</a:t>
            </a:r>
            <a:r>
              <a:rPr lang="es-ES" sz="1050" dirty="0"/>
              <a:t>. </a:t>
            </a:r>
            <a:r>
              <a:rPr lang="en-US" sz="1050" dirty="0"/>
              <a:t>Evans, Lois K. “Sundown Syndrome in Institutionalized Elderly.” </a:t>
            </a:r>
            <a:r>
              <a:rPr lang="en-US" sz="1050" i="1" dirty="0"/>
              <a:t>Journal of the American Geriatrics Society</a:t>
            </a:r>
            <a:r>
              <a:rPr lang="en-US" sz="1050" dirty="0"/>
              <a:t>, vol. 35, no. 2, Feb. 1987, pp. 101–08. </a:t>
            </a:r>
            <a:r>
              <a:rPr lang="en-US" sz="1050" i="1" dirty="0"/>
              <a:t>DOI.org (</a:t>
            </a:r>
            <a:r>
              <a:rPr lang="en-US" sz="1050" i="1" dirty="0" err="1"/>
              <a:t>Crossref</a:t>
            </a:r>
            <a:r>
              <a:rPr lang="en-US" sz="1050" i="1" dirty="0"/>
              <a:t>)</a:t>
            </a:r>
            <a:r>
              <a:rPr lang="en-US" sz="1050" dirty="0"/>
              <a:t>, </a:t>
            </a:r>
            <a:r>
              <a:rPr lang="en-US" sz="1050" dirty="0">
                <a:hlinkClick r:id="rId6"/>
              </a:rPr>
              <a:t>https://doi.org/10.1111/j.1532-5415.1987.tb01337.x</a:t>
            </a:r>
            <a:r>
              <a:rPr lang="en-US" sz="105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050" dirty="0"/>
              <a:t>Sandberg, O., et al. “Clinical Profile of Delirium in Older Patients.” </a:t>
            </a:r>
            <a:r>
              <a:rPr lang="en-US" sz="1050" i="1" dirty="0"/>
              <a:t>Journal of the American Geriatrics Society</a:t>
            </a:r>
            <a:r>
              <a:rPr lang="en-US" sz="1050" dirty="0"/>
              <a:t>, vol. 47, no. 11, Nov. 1999, pp. 1300–06. </a:t>
            </a:r>
            <a:r>
              <a:rPr lang="en-US" sz="1050" i="1" dirty="0"/>
              <a:t>PubMed</a:t>
            </a:r>
            <a:r>
              <a:rPr lang="en-US" sz="1050" dirty="0"/>
              <a:t>, </a:t>
            </a:r>
            <a:r>
              <a:rPr lang="en-US" sz="1050" dirty="0">
                <a:hlinkClick r:id="rId7"/>
              </a:rPr>
              <a:t>https://doi.org/10.1111/j.1532-5415.1999.tb07429.x</a:t>
            </a:r>
            <a:r>
              <a:rPr lang="en-US" sz="105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s-ES" sz="1050" dirty="0"/>
              <a:t>Vallés-Fructuoso, Olga, et al. “Diez Puntos Clave Para La Prevención, Monitorización y Tratamiento No Farmacológico Del Delirio En El Paciente Crítico.” </a:t>
            </a:r>
            <a:r>
              <a:rPr lang="es-ES" sz="1050" i="1" dirty="0"/>
              <a:t>Enfermería Intensiva</a:t>
            </a:r>
            <a:r>
              <a:rPr lang="es-ES" sz="1050" dirty="0"/>
              <a:t>, vol. 36, no. 2, </a:t>
            </a:r>
            <a:r>
              <a:rPr lang="es-ES" sz="1050" dirty="0" err="1"/>
              <a:t>Apr</a:t>
            </a:r>
            <a:r>
              <a:rPr lang="es-ES" sz="1050" dirty="0"/>
              <a:t>. 2025, p. 100499. </a:t>
            </a:r>
            <a:r>
              <a:rPr lang="es-ES" sz="1050" i="1" dirty="0"/>
              <a:t>DOI.org (</a:t>
            </a:r>
            <a:r>
              <a:rPr lang="es-ES" sz="1050" i="1" dirty="0" err="1"/>
              <a:t>Crossref</a:t>
            </a:r>
            <a:r>
              <a:rPr lang="es-ES" sz="1050" i="1" dirty="0"/>
              <a:t>)</a:t>
            </a:r>
            <a:r>
              <a:rPr lang="es-ES" sz="1050" dirty="0"/>
              <a:t>, </a:t>
            </a:r>
            <a:r>
              <a:rPr lang="es-ES" sz="1050" dirty="0">
                <a:hlinkClick r:id="rId8"/>
              </a:rPr>
              <a:t>https://doi.org/10.1016/j.enfi.2024.05.004</a:t>
            </a:r>
            <a:r>
              <a:rPr lang="es-ES" sz="105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s-ES" sz="1050" dirty="0"/>
              <a:t>Zhao, Qin, et al. “Non-</a:t>
            </a:r>
            <a:r>
              <a:rPr lang="es-ES" sz="1050" dirty="0" err="1"/>
              <a:t>Pharmacological</a:t>
            </a:r>
            <a:r>
              <a:rPr lang="es-ES" sz="1050" dirty="0"/>
              <a:t> </a:t>
            </a:r>
            <a:r>
              <a:rPr lang="es-ES" sz="1050" dirty="0" err="1"/>
              <a:t>Interventions</a:t>
            </a:r>
            <a:r>
              <a:rPr lang="es-ES" sz="1050" dirty="0"/>
              <a:t> </a:t>
            </a:r>
            <a:r>
              <a:rPr lang="es-ES" sz="1050" dirty="0" err="1"/>
              <a:t>to</a:t>
            </a:r>
            <a:r>
              <a:rPr lang="es-ES" sz="1050" dirty="0"/>
              <a:t> </a:t>
            </a:r>
            <a:r>
              <a:rPr lang="es-ES" sz="1050" dirty="0" err="1"/>
              <a:t>Prevent</a:t>
            </a:r>
            <a:r>
              <a:rPr lang="es-ES" sz="1050" dirty="0"/>
              <a:t> and </a:t>
            </a:r>
            <a:r>
              <a:rPr lang="es-ES" sz="1050" dirty="0" err="1"/>
              <a:t>Treat</a:t>
            </a:r>
            <a:r>
              <a:rPr lang="es-ES" sz="1050" dirty="0"/>
              <a:t> Delirium in </a:t>
            </a:r>
            <a:r>
              <a:rPr lang="es-ES" sz="1050" dirty="0" err="1"/>
              <a:t>Older</a:t>
            </a:r>
            <a:r>
              <a:rPr lang="es-ES" sz="1050" dirty="0"/>
              <a:t> People: </a:t>
            </a:r>
            <a:r>
              <a:rPr lang="es-ES" sz="1050" dirty="0" err="1"/>
              <a:t>An</a:t>
            </a:r>
            <a:r>
              <a:rPr lang="es-ES" sz="1050" dirty="0"/>
              <a:t> </a:t>
            </a:r>
            <a:r>
              <a:rPr lang="es-ES" sz="1050" dirty="0" err="1"/>
              <a:t>Overview</a:t>
            </a:r>
            <a:r>
              <a:rPr lang="es-ES" sz="1050" dirty="0"/>
              <a:t> </a:t>
            </a:r>
            <a:r>
              <a:rPr lang="es-ES" sz="1050" dirty="0" err="1"/>
              <a:t>of</a:t>
            </a:r>
            <a:r>
              <a:rPr lang="es-ES" sz="1050" dirty="0"/>
              <a:t> </a:t>
            </a:r>
            <a:r>
              <a:rPr lang="es-ES" sz="1050" dirty="0" err="1"/>
              <a:t>Systematic</a:t>
            </a:r>
            <a:r>
              <a:rPr lang="es-ES" sz="1050" dirty="0"/>
              <a:t> </a:t>
            </a:r>
            <a:r>
              <a:rPr lang="es-ES" sz="1050" dirty="0" err="1"/>
              <a:t>Reviews</a:t>
            </a:r>
            <a:r>
              <a:rPr lang="es-ES" sz="1050" dirty="0"/>
              <a:t>.” </a:t>
            </a:r>
            <a:r>
              <a:rPr lang="es-ES" sz="1050" i="1" dirty="0"/>
              <a:t>International Journal </a:t>
            </a:r>
            <a:r>
              <a:rPr lang="es-ES" sz="1050" i="1" dirty="0" err="1"/>
              <a:t>of</a:t>
            </a:r>
            <a:r>
              <a:rPr lang="es-ES" sz="1050" i="1" dirty="0"/>
              <a:t> </a:t>
            </a:r>
            <a:r>
              <a:rPr lang="es-ES" sz="1050" i="1" dirty="0" err="1"/>
              <a:t>Nursing</a:t>
            </a:r>
            <a:r>
              <a:rPr lang="es-ES" sz="1050" i="1" dirty="0"/>
              <a:t> </a:t>
            </a:r>
            <a:r>
              <a:rPr lang="es-ES" sz="1050" i="1" dirty="0" err="1"/>
              <a:t>Studies</a:t>
            </a:r>
            <a:r>
              <a:rPr lang="es-ES" sz="1050" dirty="0"/>
              <a:t>, vol. 148, </a:t>
            </a:r>
            <a:r>
              <a:rPr lang="es-ES" sz="1050" dirty="0" err="1"/>
              <a:t>Dec</a:t>
            </a:r>
            <a:r>
              <a:rPr lang="es-ES" sz="1050" dirty="0"/>
              <a:t>. 2023, p. 104584. </a:t>
            </a:r>
            <a:r>
              <a:rPr lang="es-ES" sz="1050" i="1" dirty="0"/>
              <a:t>DOI.org (</a:t>
            </a:r>
            <a:r>
              <a:rPr lang="es-ES" sz="1050" i="1" dirty="0" err="1"/>
              <a:t>Crossref</a:t>
            </a:r>
            <a:r>
              <a:rPr lang="es-ES" sz="1050" i="1" dirty="0"/>
              <a:t>)</a:t>
            </a:r>
            <a:r>
              <a:rPr lang="es-ES" sz="1050" dirty="0"/>
              <a:t>, </a:t>
            </a:r>
            <a:r>
              <a:rPr lang="es-ES" sz="1050" dirty="0">
                <a:hlinkClick r:id="rId9"/>
              </a:rPr>
              <a:t>https://doi.org/10.1016/j.ijnurstu.2023.104584</a:t>
            </a:r>
            <a:r>
              <a:rPr lang="es-ES" sz="105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s-ES" sz="1050" dirty="0" err="1"/>
              <a:t>Zaher</a:t>
            </a:r>
            <a:r>
              <a:rPr lang="es-ES" sz="1050" dirty="0"/>
              <a:t>-Sánchez, </a:t>
            </a:r>
            <a:r>
              <a:rPr lang="es-ES" sz="1050" dirty="0" err="1"/>
              <a:t>Sarai</a:t>
            </a:r>
            <a:r>
              <a:rPr lang="es-ES" sz="1050" dirty="0"/>
              <a:t>, et al. “</a:t>
            </a:r>
            <a:r>
              <a:rPr lang="es-ES" sz="1050" dirty="0" err="1"/>
              <a:t>The</a:t>
            </a:r>
            <a:r>
              <a:rPr lang="es-ES" sz="1050" dirty="0"/>
              <a:t> Management and </a:t>
            </a:r>
            <a:r>
              <a:rPr lang="es-ES" sz="1050" dirty="0" err="1"/>
              <a:t>Prevention</a:t>
            </a:r>
            <a:r>
              <a:rPr lang="es-ES" sz="1050" dirty="0"/>
              <a:t> </a:t>
            </a:r>
            <a:r>
              <a:rPr lang="es-ES" sz="1050" dirty="0" err="1"/>
              <a:t>of</a:t>
            </a:r>
            <a:r>
              <a:rPr lang="es-ES" sz="1050" dirty="0"/>
              <a:t> Delirium in </a:t>
            </a:r>
            <a:r>
              <a:rPr lang="es-ES" sz="1050" dirty="0" err="1"/>
              <a:t>Elderly</a:t>
            </a:r>
            <a:r>
              <a:rPr lang="es-ES" sz="1050" dirty="0"/>
              <a:t> </a:t>
            </a:r>
            <a:r>
              <a:rPr lang="es-ES" sz="1050" dirty="0" err="1"/>
              <a:t>Patients</a:t>
            </a:r>
            <a:r>
              <a:rPr lang="es-ES" sz="1050" dirty="0"/>
              <a:t> </a:t>
            </a:r>
            <a:r>
              <a:rPr lang="es-ES" sz="1050" dirty="0" err="1"/>
              <a:t>Hospitalised</a:t>
            </a:r>
            <a:r>
              <a:rPr lang="es-ES" sz="1050" dirty="0"/>
              <a:t> in Intensive Care </a:t>
            </a:r>
            <a:r>
              <a:rPr lang="es-ES" sz="1050" dirty="0" err="1"/>
              <a:t>Units</a:t>
            </a:r>
            <a:r>
              <a:rPr lang="es-ES" sz="1050" dirty="0"/>
              <a:t>: A </a:t>
            </a:r>
            <a:r>
              <a:rPr lang="es-ES" sz="1050" dirty="0" err="1"/>
              <a:t>Systematic</a:t>
            </a:r>
            <a:r>
              <a:rPr lang="es-ES" sz="1050" dirty="0"/>
              <a:t> </a:t>
            </a:r>
            <a:r>
              <a:rPr lang="es-ES" sz="1050" dirty="0" err="1"/>
              <a:t>Review</a:t>
            </a:r>
            <a:r>
              <a:rPr lang="es-ES" sz="1050" dirty="0"/>
              <a:t>.” </a:t>
            </a:r>
            <a:r>
              <a:rPr lang="es-ES" sz="1050" i="1" dirty="0" err="1"/>
              <a:t>Nursing</a:t>
            </a:r>
            <a:r>
              <a:rPr lang="es-ES" sz="1050" i="1" dirty="0"/>
              <a:t> </a:t>
            </a:r>
            <a:r>
              <a:rPr lang="es-ES" sz="1050" i="1" dirty="0" err="1"/>
              <a:t>Reports</a:t>
            </a:r>
            <a:r>
              <a:rPr lang="es-ES" sz="1050" dirty="0"/>
              <a:t>, vol. 14, no. 4, Oct. 2024, pp. 3007–22. </a:t>
            </a:r>
            <a:r>
              <a:rPr lang="es-ES" sz="1050" i="1" dirty="0"/>
              <a:t>DOI.org (</a:t>
            </a:r>
            <a:r>
              <a:rPr lang="es-ES" sz="1050" i="1" dirty="0" err="1"/>
              <a:t>Crossref</a:t>
            </a:r>
            <a:r>
              <a:rPr lang="es-ES" sz="1050" i="1" dirty="0"/>
              <a:t>)</a:t>
            </a:r>
            <a:r>
              <a:rPr lang="es-ES" sz="1050" dirty="0"/>
              <a:t>, </a:t>
            </a:r>
            <a:r>
              <a:rPr lang="es-ES" sz="1050" dirty="0">
                <a:hlinkClick r:id="rId10"/>
              </a:rPr>
              <a:t>https://doi.org/10.3390/nursrep14040219</a:t>
            </a:r>
            <a:r>
              <a:rPr lang="es-ES" sz="10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40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- Tema UFV">
  <a:themeElements>
    <a:clrScheme name="UFV">
      <a:dk1>
        <a:srgbClr val="001A33"/>
      </a:dk1>
      <a:lt1>
        <a:srgbClr val="FFFFFF"/>
      </a:lt1>
      <a:dk2>
        <a:srgbClr val="003865"/>
      </a:dk2>
      <a:lt2>
        <a:srgbClr val="649EFF"/>
      </a:lt2>
      <a:accent1>
        <a:srgbClr val="FF5D74"/>
      </a:accent1>
      <a:accent2>
        <a:srgbClr val="C03656"/>
      </a:accent2>
      <a:accent3>
        <a:srgbClr val="000000"/>
      </a:accent3>
      <a:accent4>
        <a:srgbClr val="919191"/>
      </a:accent4>
      <a:accent5>
        <a:srgbClr val="CACACA"/>
      </a:accent5>
      <a:accent6>
        <a:srgbClr val="FFFFFF"/>
      </a:accent6>
      <a:hlink>
        <a:srgbClr val="001A33"/>
      </a:hlink>
      <a:folHlink>
        <a:srgbClr val="001A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12700">
          <a:noFill/>
          <a:miter lim="400000"/>
        </a:ln>
        <a:extLst>
          <a:ext uri="{C572A759-6A51-4108-AA02-DFA0A04FC94B}">
            <ma14:wrappingTextBoxFlag xmlns:p="http://schemas.openxmlformats.org/presentationml/2006/main" xmlns:ma14="http://schemas.microsoft.com/office/mac/drawingml/2011/main" xmlns="" val="1"/>
          </a:ext>
        </a:extLst>
      </a:spPr>
      <a:bodyPr wrap="square" lIns="0" tIns="0" rIns="0" bIns="0" rtlCol="0" anchor="ctr">
        <a:noAutofit/>
      </a:bodyPr>
      <a:lstStyle>
        <a:defPPr algn="l" defTabSz="455256">
          <a:lnSpc>
            <a:spcPct val="112000"/>
          </a:lnSpc>
          <a:spcBef>
            <a:spcPts val="1003"/>
          </a:spcBef>
          <a:defRPr sz="1000" dirty="0">
            <a:latin typeface="ABC Normal Book" pitchFamily="2" charset="77"/>
            <a:ea typeface="ABC Normal Book" pitchFamily="2" charset="77"/>
            <a:cs typeface="Raleway" charset="0"/>
          </a:defRPr>
        </a:defPPr>
      </a:lst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lnSpc>
            <a:spcPct val="120000"/>
          </a:lnSpc>
          <a:defRPr sz="1400" b="1" dirty="0">
            <a:solidFill>
              <a:schemeClr val="bg1"/>
            </a:solidFill>
            <a:latin typeface="Arial" panose="020B0604020202020204" pitchFamily="34" charset="0"/>
            <a:ea typeface="Arimo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FV_Rockw_25_03" id="{D0B99424-0AD0-274E-B76B-F8D4A39CAD4A}" vid="{8E88EF9E-C2F2-FD41-86D9-5A81CD994C27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- Tema UFV ">
  <a:themeElements>
    <a:clrScheme name="Personalizados 2">
      <a:dk1>
        <a:srgbClr val="001A33"/>
      </a:dk1>
      <a:lt1>
        <a:srgbClr val="FFFFFF"/>
      </a:lt1>
      <a:dk2>
        <a:srgbClr val="003865"/>
      </a:dk2>
      <a:lt2>
        <a:srgbClr val="649EFF"/>
      </a:lt2>
      <a:accent1>
        <a:srgbClr val="FF5D74"/>
      </a:accent1>
      <a:accent2>
        <a:srgbClr val="C03656"/>
      </a:accent2>
      <a:accent3>
        <a:srgbClr val="000000"/>
      </a:accent3>
      <a:accent4>
        <a:srgbClr val="919191"/>
      </a:accent4>
      <a:accent5>
        <a:srgbClr val="CACACA"/>
      </a:accent5>
      <a:accent6>
        <a:srgbClr val="FFFFFF"/>
      </a:accent6>
      <a:hlink>
        <a:srgbClr val="001A33"/>
      </a:hlink>
      <a:folHlink>
        <a:srgbClr val="001A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12700">
          <a:noFill/>
          <a:miter lim="400000"/>
        </a:ln>
        <a:extLst>
          <a:ext uri="{C572A759-6A51-4108-AA02-DFA0A04FC94B}">
            <ma14:wrappingTextBoxFlag xmlns:p="http://schemas.openxmlformats.org/presentationml/2006/main" xmlns:ma14="http://schemas.microsoft.com/office/mac/drawingml/2011/main" xmlns="" val="1"/>
          </a:ext>
        </a:extLst>
      </a:spPr>
      <a:bodyPr wrap="square" lIns="0" tIns="0" rIns="0" bIns="0" rtlCol="0" anchor="ctr">
        <a:noAutofit/>
      </a:bodyPr>
      <a:lstStyle>
        <a:defPPr algn="l" defTabSz="455256">
          <a:lnSpc>
            <a:spcPct val="112000"/>
          </a:lnSpc>
          <a:spcBef>
            <a:spcPts val="1003"/>
          </a:spcBef>
          <a:defRPr sz="1000" dirty="0">
            <a:latin typeface="ABC Normal Book" pitchFamily="2" charset="77"/>
            <a:ea typeface="ABC Normal Book" pitchFamily="2" charset="77"/>
            <a:cs typeface="Raleway" charset="0"/>
          </a:defRPr>
        </a:defPPr>
      </a:lst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lnSpc>
            <a:spcPct val="120000"/>
          </a:lnSpc>
          <a:defRPr sz="1400" b="1" dirty="0">
            <a:solidFill>
              <a:schemeClr val="bg1"/>
            </a:solidFill>
            <a:latin typeface="Arial" panose="020B0604020202020204" pitchFamily="34" charset="0"/>
            <a:ea typeface="Arimo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FV_Rockw_25_03" id="{D0B99424-0AD0-274E-B76B-F8D4A39CAD4A}" vid="{41E8E37D-70D0-DF42-AAD9-4CEB2D669BA6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013093CC71AB545B285CF072E72C90A" ma:contentTypeVersion="17" ma:contentTypeDescription="Crear nuevo documento." ma:contentTypeScope="" ma:versionID="54abca7a9337381b637b2853a10984e7">
  <xsd:schema xmlns:xsd="http://www.w3.org/2001/XMLSchema" xmlns:xs="http://www.w3.org/2001/XMLSchema" xmlns:p="http://schemas.microsoft.com/office/2006/metadata/properties" xmlns:ns2="98bd024b-4139-4899-b9a4-9ef07285313c" xmlns:ns3="3cfbf954-ca8a-4bbe-9158-e6f605892c66" targetNamespace="http://schemas.microsoft.com/office/2006/metadata/properties" ma:root="true" ma:fieldsID="172bc29f6b37e3602368cb75feedf151" ns2:_="" ns3:_="">
    <xsd:import namespace="98bd024b-4139-4899-b9a4-9ef07285313c"/>
    <xsd:import namespace="3cfbf954-ca8a-4bbe-9158-e6f605892c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bd024b-4139-4899-b9a4-9ef0728531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b19990e1-2a64-456a-8d71-25be4789a5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fbf954-ca8a-4bbe-9158-e6f605892c6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b055b4d2-a9a0-4c98-baea-6049653a9d6d}" ma:internalName="TaxCatchAll" ma:showField="CatchAllData" ma:web="3cfbf954-ca8a-4bbe-9158-e6f605892c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8bd024b-4139-4899-b9a4-9ef07285313c">
      <Terms xmlns="http://schemas.microsoft.com/office/infopath/2007/PartnerControls"/>
    </lcf76f155ced4ddcb4097134ff3c332f>
    <TaxCatchAll xmlns="3cfbf954-ca8a-4bbe-9158-e6f605892c66" xsi:nil="true"/>
  </documentManagement>
</p:properties>
</file>

<file path=customXml/itemProps1.xml><?xml version="1.0" encoding="utf-8"?>
<ds:datastoreItem xmlns:ds="http://schemas.openxmlformats.org/officeDocument/2006/customXml" ds:itemID="{12862328-FCC6-46A7-86E4-E8E6BA3218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bd024b-4139-4899-b9a4-9ef07285313c"/>
    <ds:schemaRef ds:uri="3cfbf954-ca8a-4bbe-9158-e6f605892c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F7F410-26E8-4152-BAF6-A9CF9C0443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00C540-9D9F-46F0-A0C8-D02AACD09D8A}">
  <ds:schemaRefs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3cfbf954-ca8a-4bbe-9158-e6f605892c66"/>
    <ds:schemaRef ds:uri="http://schemas.microsoft.com/office/infopath/2007/PartnerControls"/>
    <ds:schemaRef ds:uri="http://schemas.openxmlformats.org/package/2006/metadata/core-properties"/>
    <ds:schemaRef ds:uri="98bd024b-4139-4899-b9a4-9ef07285313c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5818c103-b4ff-4ab6-8c05-dc2fb6993bc0}" enabled="0" method="" siteId="{5818c103-b4ff-4ab6-8c05-dc2fb6993bc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UFV_Rockw_25_03</Template>
  <TotalTime>555</TotalTime>
  <Words>1928</Words>
  <Application>Microsoft Office PowerPoint</Application>
  <PresentationFormat>Panorámica</PresentationFormat>
  <Paragraphs>213</Paragraphs>
  <Slides>20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20</vt:i4>
      </vt:variant>
    </vt:vector>
  </HeadingPairs>
  <TitlesOfParts>
    <vt:vector size="29" baseType="lpstr">
      <vt:lpstr>Rockwell</vt:lpstr>
      <vt:lpstr>Aptos Display</vt:lpstr>
      <vt:lpstr>Inter</vt:lpstr>
      <vt:lpstr>Aptos</vt:lpstr>
      <vt:lpstr>Arial</vt:lpstr>
      <vt:lpstr>Times New Roman</vt:lpstr>
      <vt:lpstr>1- Tema UFV</vt:lpstr>
      <vt:lpstr>Diseño personalizado</vt:lpstr>
      <vt:lpstr>2- Tema UFV </vt:lpstr>
      <vt:lpstr>A Orillas del Henares</vt:lpstr>
      <vt:lpstr>Presentación de PowerPoint</vt:lpstr>
      <vt:lpstr>Síndrome Confusional Agudo</vt:lpstr>
      <vt:lpstr>Incidencia del SCA. 15-56 %1 en ancianos durante la hospitalización [2] </vt:lpstr>
      <vt:lpstr>Detección del SCA</vt:lpstr>
      <vt:lpstr>Detección del SCA</vt:lpstr>
      <vt:lpstr>Prevención </vt:lpstr>
      <vt:lpstr>Prevención no farmacológica</vt:lpstr>
      <vt:lpstr>Prevención no farmacológica</vt:lpstr>
      <vt:lpstr>Prevención no farmacológica</vt:lpstr>
      <vt:lpstr>Desenlaces medibles</vt:lpstr>
      <vt:lpstr>Desenlaces medibles</vt:lpstr>
      <vt:lpstr>Desenlaces medibles</vt:lpstr>
      <vt:lpstr>Presentación de PowerPoint</vt:lpstr>
      <vt:lpstr>ANEXOS</vt:lpstr>
      <vt:lpstr>Confusion Assessment Method (CAM)</vt:lpstr>
      <vt:lpstr>Factores modificables que contribuyen al delirio</vt:lpstr>
      <vt:lpstr>Estrategias alternativas para los medicamentos</vt:lpstr>
      <vt:lpstr>BIBLIOGRAFÍA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Camacho Macarrón</dc:creator>
  <cp:lastModifiedBy>Mario Camacho Macarrón</cp:lastModifiedBy>
  <cp:revision>28</cp:revision>
  <dcterms:created xsi:type="dcterms:W3CDTF">2026-03-25T09:33:23Z</dcterms:created>
  <dcterms:modified xsi:type="dcterms:W3CDTF">2026-03-26T07:54:18Z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0x010100F013093CC71AB545B285CF072E72C90A</vt:lpwstr>
  </property>
  <property fmtid="{D5CDD505-2E9C-101B-9397-08002B2CF9AE}" pid="3" name="MediaServiceImageTags">
    <vt:lpwstr/>
  </property>
</Properties>
</file>